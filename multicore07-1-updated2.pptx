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44"/>
  </p:notesMasterIdLst>
  <p:sldIdLst>
    <p:sldId id="346" r:id="rId2"/>
    <p:sldId id="351" r:id="rId3"/>
    <p:sldId id="353" r:id="rId4"/>
    <p:sldId id="392" r:id="rId5"/>
    <p:sldId id="393" r:id="rId6"/>
    <p:sldId id="394" r:id="rId7"/>
    <p:sldId id="389" r:id="rId8"/>
    <p:sldId id="356" r:id="rId9"/>
    <p:sldId id="354" r:id="rId10"/>
    <p:sldId id="347" r:id="rId11"/>
    <p:sldId id="355" r:id="rId12"/>
    <p:sldId id="357" r:id="rId13"/>
    <p:sldId id="390" r:id="rId14"/>
    <p:sldId id="348" r:id="rId15"/>
    <p:sldId id="358" r:id="rId16"/>
    <p:sldId id="362" r:id="rId17"/>
    <p:sldId id="363" r:id="rId18"/>
    <p:sldId id="361" r:id="rId19"/>
    <p:sldId id="359" r:id="rId20"/>
    <p:sldId id="367" r:id="rId21"/>
    <p:sldId id="368" r:id="rId22"/>
    <p:sldId id="364" r:id="rId23"/>
    <p:sldId id="365" r:id="rId24"/>
    <p:sldId id="391" r:id="rId25"/>
    <p:sldId id="366" r:id="rId26"/>
    <p:sldId id="369" r:id="rId27"/>
    <p:sldId id="370" r:id="rId28"/>
    <p:sldId id="371" r:id="rId29"/>
    <p:sldId id="372" r:id="rId30"/>
    <p:sldId id="373" r:id="rId31"/>
    <p:sldId id="374" r:id="rId32"/>
    <p:sldId id="375" r:id="rId33"/>
    <p:sldId id="377" r:id="rId34"/>
    <p:sldId id="378" r:id="rId35"/>
    <p:sldId id="395" r:id="rId36"/>
    <p:sldId id="379" r:id="rId37"/>
    <p:sldId id="380" r:id="rId38"/>
    <p:sldId id="381" r:id="rId39"/>
    <p:sldId id="384" r:id="rId40"/>
    <p:sldId id="385" r:id="rId41"/>
    <p:sldId id="386" r:id="rId42"/>
    <p:sldId id="388" r:id="rId43"/>
  </p:sldIdLst>
  <p:sldSz cx="9144000" cy="6858000" type="screen4x3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2"/>
    <p:restoredTop sz="94626"/>
  </p:normalViewPr>
  <p:slideViewPr>
    <p:cSldViewPr>
      <p:cViewPr varScale="1">
        <p:scale>
          <a:sx n="121" d="100"/>
          <a:sy n="121" d="100"/>
        </p:scale>
        <p:origin x="18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5D6D461-A24A-2E4C-BFAE-40E7CD888D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FB1F16-A60C-B042-ADE4-5EF3A80FA11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r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9C7AA84-0970-B340-A62F-3CBCE3EC8DDF}" type="datetimeFigureOut">
              <a:rPr lang="ko-KR" altLang="en-US"/>
              <a:pPr>
                <a:defRPr/>
              </a:pPr>
              <a:t>2025. 5. 26.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4DD9BBA3-7DDD-C942-9B1D-B41BAACEC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30" tIns="44115" rIns="88230" bIns="44115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93A8E0F-2CBC-0E48-9C8C-9BA4F52EE8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88230" tIns="44115" rIns="88230" bIns="4411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FAA119-7E01-7444-A3E3-10927019FAB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31338"/>
            <a:ext cx="2946400" cy="495300"/>
          </a:xfrm>
          <a:prstGeom prst="rect">
            <a:avLst/>
          </a:prstGeom>
        </p:spPr>
        <p:txBody>
          <a:bodyPr vert="horz" lIns="88230" tIns="44115" rIns="88230" bIns="44115" rtlCol="0" anchor="b"/>
          <a:lstStyle>
            <a:lvl1pPr algn="l" eaLnBrk="1" latinLnBrk="1" hangingPunct="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367AFD-095E-8E4C-AAF1-A84E52E36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431338"/>
            <a:ext cx="2946400" cy="495300"/>
          </a:xfrm>
          <a:prstGeom prst="rect">
            <a:avLst/>
          </a:prstGeom>
        </p:spPr>
        <p:txBody>
          <a:bodyPr vert="horz" wrap="square" lIns="88230" tIns="44115" rIns="88230" bIns="44115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B6D29312-FBE1-C547-8A7C-4A5E7FD0A51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573DE6-7024-B274-3BFE-B1F45573912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DFD8F81E-C3FA-C764-0260-DBC9A6C5A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4270410C-7F53-7C62-518D-33AED0ACB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10B1DAC7-6617-4510-43AC-C59EE3E24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B3E8368-F25A-7685-86AE-E41F918AC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6AED6825-096F-F7AF-0D1D-7E63856DF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ABD733AA-601D-FB75-8481-EBB6A23E6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E2535B94-27D4-10B9-753E-39CDF46AE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36776105-D98C-F32E-7C88-B4285AE07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A17FCAD8-1F1F-59DD-749F-CA402D670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AEAE670A-B25A-726E-7C42-6126610472C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7E608C18-21FD-834F-8CE8-26AB8F44F28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lang="ko-KR" altLang="ko-KR" sz="240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6C71DB9D-6706-6208-FFE8-372A969A4CF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C84F5BFC-7EFC-B655-7A70-68FA2A9D194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F40A84FD-63CB-F448-E697-5A95986925FD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438B16F0-C7DB-6398-B7FA-6CB313F1E05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E7F7B380-A30E-5296-945F-F8052A2FE55C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96FE4886-F896-DEA9-7EDE-C74D87C3F54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128C9B7B-A11E-035A-92B7-954449F58C6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88E40E85-3991-5527-2D50-A0EBFD5D220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E42B34BC-8441-9A7C-FCBC-1DA0B5C55C1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2667940B-7414-1029-BFCD-670317FAD7A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C6D4A64C-01B6-4B87-182A-A61D032B114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456D397C-0D7D-1605-35AA-36C4AA3A644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C595F891-4B2D-CD99-5755-A2B852EC9D9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13F74158-AD34-B537-362F-0E3BD70E506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4FA7BDE4-4AF8-5CF0-2D29-A8A91FC664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F9B9E877-E42F-3212-9190-8E7AC5D228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FDDE3-6213-884B-9EBE-48E13AF2AF2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874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2C923DCD-019B-B931-2E97-87BCF4BA04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B0DAF32B-95E3-5022-0F56-9CEE187EC0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B3DDE8BF-FD49-C476-2C45-D340E5C383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D5743D-B5AC-4045-9FF0-692A875D6F7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7487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7A0816F-35B9-6BE8-584A-140D07F2DF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A61C84EA-C1A6-3F07-15E8-F2BC78F39C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CD715AA-9A06-556B-681E-D26B48C69A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6CCF1-1C5D-044E-8AF5-CACDE56737A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675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33C582A5-534D-BA47-8FAC-7C3CD5A12F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FDD6B9E-18DE-883E-D35E-D25748CE68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4B774825-AB16-7CD0-F827-E35BEA7D7E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9BD832-DD39-DE4D-AE64-EB55966EDE3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7265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B0F1E4A4-9D65-3538-3392-DE20CEC720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6E47D046-C94E-514C-CA34-B5887EDE44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643BFF80-22B0-DC54-C3AC-E416720141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331524-FBB1-E141-9E2E-015B8C8AC7C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0530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F316C0DF-961D-6281-F255-E295CF75ED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6E6CC08E-D9EF-2853-BB8C-30D43BCE73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7D2F7E7-B3C4-E7E5-210B-963E3E7F85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4906F0-8363-6642-BA97-191F66F2E31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545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67C12C27-121D-E644-4B6E-D7F6B0C869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1240093C-A8C1-11E3-06C0-1695959208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B1712C34-847B-6EC4-0C03-AEA7DF7DA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6503C6-526D-8A48-B08D-31A43AAD851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283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35B9459C-4277-BE9D-3611-269053C10E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D47B3333-3F9B-F096-B9ED-7F4E267C9C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9D4F2A9A-A23C-1E91-44DA-189EEBC93F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DC9E2E-D00C-634C-ACB0-F64F3CF80D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042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C990BFA1-DA6E-85FC-41FF-9BE1902CCE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4937083-C7A5-4AFD-91BE-3E0328FE41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F89A54FB-F4D2-5BFD-F9D4-F5CD791E03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D8E811-85DB-4E46-913D-2D279FDE6B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7883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EFF2F64F-6479-C4DA-C5B0-18B18D7F4A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AAEA00D1-EFEB-08CB-2996-CB906DA824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FFC1430D-E228-9538-E602-FCE02FFA0C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4B2EE2-3F77-6E4E-B456-45A84ADB0B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707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DA0A685-73B7-8822-9D21-F711CE40B4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96B591D-350F-E2DF-E6CB-32BC234C30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3C2311CA-A851-EB51-35D4-89A615552E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E2258-E744-6240-859B-B95076A4000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0204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2EE6C5D8-AC3E-FA0E-73E2-410B9C548F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4BD91F77-50EB-DBE7-402C-DDCB8B57BA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643AC6FF-0CFD-D5F9-AE6A-8730C9DB5E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E5FF7A-968C-3945-ABCB-4C2D107C0CB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6776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FE378443-40BB-3BAE-6F4B-164FAA9965A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9EC41AA4-D908-81F9-1464-9DD2F80F0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3" name="Rectangle 4">
              <a:extLst>
                <a:ext uri="{FF2B5EF4-FFF2-40B4-BE49-F238E27FC236}">
                  <a16:creationId xmlns:a16="http://schemas.microsoft.com/office/drawing/2014/main" id="{D7D1E3F1-6FFE-4991-A7BB-7068A9988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F486BE36-8CC6-364F-8B7E-B076AC1E5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3CDA8B9B-91F0-CB7B-73D7-75F2E4070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D0EFEAD2-CFD5-D215-EF49-536706EFA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7A63B59E-06F7-30C1-B30A-B2C9BE1F8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B1D23489-4557-0D41-BC5B-0A3DEE424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39" name="Rectangle 10">
              <a:extLst>
                <a:ext uri="{FF2B5EF4-FFF2-40B4-BE49-F238E27FC236}">
                  <a16:creationId xmlns:a16="http://schemas.microsoft.com/office/drawing/2014/main" id="{3CABA175-5662-EDC5-4A9C-14ED52778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D20AA2BF-D9AC-A34A-A17A-524F622CD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3A8133FB-D3AC-A5D6-399D-D50AA22B748F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2" name="Rectangle 13">
              <a:extLst>
                <a:ext uri="{FF2B5EF4-FFF2-40B4-BE49-F238E27FC236}">
                  <a16:creationId xmlns:a16="http://schemas.microsoft.com/office/drawing/2014/main" id="{2D1A7C06-F2CD-0F28-6092-66C1C2DDDFF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5pPr>
              <a:lvl6pPr marL="25146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6pPr>
              <a:lvl7pPr marL="29718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7pPr>
              <a:lvl8pPr marL="34290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8pPr>
              <a:lvl9pPr marL="3886200" indent="-22860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</a:defRPr>
              </a:lvl9pPr>
            </a:lstStyle>
            <a:p>
              <a:pPr algn="ctr" eaLnBrk="1" latinLnBrk="0" hangingPunct="1"/>
              <a:endParaRPr kumimoji="0" lang="ko-KR" altLang="ko-KR" sz="2400">
                <a:latin typeface="Arial" panose="020B0604020202020204" pitchFamily="34" charset="0"/>
              </a:endParaRPr>
            </a:p>
          </p:txBody>
        </p:sp>
        <p:sp>
          <p:nvSpPr>
            <p:cNvPr id="1043" name="Line 14">
              <a:extLst>
                <a:ext uri="{FF2B5EF4-FFF2-40B4-BE49-F238E27FC236}">
                  <a16:creationId xmlns:a16="http://schemas.microsoft.com/office/drawing/2014/main" id="{471572EA-3CC6-7795-4734-9DC7C0D6FDC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4" name="Line 15">
              <a:extLst>
                <a:ext uri="{FF2B5EF4-FFF2-40B4-BE49-F238E27FC236}">
                  <a16:creationId xmlns:a16="http://schemas.microsoft.com/office/drawing/2014/main" id="{6A604BBE-A086-4DE5-A77E-F8A23612E5F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5" name="Line 16">
              <a:extLst>
                <a:ext uri="{FF2B5EF4-FFF2-40B4-BE49-F238E27FC236}">
                  <a16:creationId xmlns:a16="http://schemas.microsoft.com/office/drawing/2014/main" id="{490053F4-7D43-E0A3-61FC-6F4901E0EF2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6" name="Line 17">
              <a:extLst>
                <a:ext uri="{FF2B5EF4-FFF2-40B4-BE49-F238E27FC236}">
                  <a16:creationId xmlns:a16="http://schemas.microsoft.com/office/drawing/2014/main" id="{3D0F5351-AC18-23D4-C819-C7F928D3FE6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7" name="Line 18">
              <a:extLst>
                <a:ext uri="{FF2B5EF4-FFF2-40B4-BE49-F238E27FC236}">
                  <a16:creationId xmlns:a16="http://schemas.microsoft.com/office/drawing/2014/main" id="{CD3D9781-EF3A-805B-0699-6D7CDF7C9C9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8" name="Line 19">
              <a:extLst>
                <a:ext uri="{FF2B5EF4-FFF2-40B4-BE49-F238E27FC236}">
                  <a16:creationId xmlns:a16="http://schemas.microsoft.com/office/drawing/2014/main" id="{55FFAAD3-6EB9-8E69-513D-DFB9656CA32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49" name="Line 20">
              <a:extLst>
                <a:ext uri="{FF2B5EF4-FFF2-40B4-BE49-F238E27FC236}">
                  <a16:creationId xmlns:a16="http://schemas.microsoft.com/office/drawing/2014/main" id="{BD9C890C-9D48-112F-CE9F-9502FDA9BF5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0" name="Line 21">
              <a:extLst>
                <a:ext uri="{FF2B5EF4-FFF2-40B4-BE49-F238E27FC236}">
                  <a16:creationId xmlns:a16="http://schemas.microsoft.com/office/drawing/2014/main" id="{B1D73428-CC53-3B69-C7ED-0CE1171D97E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1" name="Line 22">
              <a:extLst>
                <a:ext uri="{FF2B5EF4-FFF2-40B4-BE49-F238E27FC236}">
                  <a16:creationId xmlns:a16="http://schemas.microsoft.com/office/drawing/2014/main" id="{5CC19AC1-0C3D-125C-D806-38C72940750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2" name="Line 23">
              <a:extLst>
                <a:ext uri="{FF2B5EF4-FFF2-40B4-BE49-F238E27FC236}">
                  <a16:creationId xmlns:a16="http://schemas.microsoft.com/office/drawing/2014/main" id="{13679FD6-9950-9A25-0800-5F6C67354CE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3" name="Line 24">
              <a:extLst>
                <a:ext uri="{FF2B5EF4-FFF2-40B4-BE49-F238E27FC236}">
                  <a16:creationId xmlns:a16="http://schemas.microsoft.com/office/drawing/2014/main" id="{0481A75E-65A4-2A35-38E4-3F491675EF2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4" name="Line 25">
              <a:extLst>
                <a:ext uri="{FF2B5EF4-FFF2-40B4-BE49-F238E27FC236}">
                  <a16:creationId xmlns:a16="http://schemas.microsoft.com/office/drawing/2014/main" id="{9811D98B-FA1F-FF74-A2C1-9FD8B23A3B7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  <p:sp>
          <p:nvSpPr>
            <p:cNvPr id="1055" name="Line 26">
              <a:extLst>
                <a:ext uri="{FF2B5EF4-FFF2-40B4-BE49-F238E27FC236}">
                  <a16:creationId xmlns:a16="http://schemas.microsoft.com/office/drawing/2014/main" id="{8FBE744F-A7EB-94F2-DEA4-3EFBA5665C9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ore-KR" altLang="en-US"/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1FF72F6F-FC17-D40E-2F84-A3B59BA6F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C04816D8-4B57-AECA-5002-450ED4184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FF04E694-2775-7744-8AAC-619FDBE0AFF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B78163C8-58AD-4F43-9220-C1F3BBCE7A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434FE088-117E-8F4A-97F7-AE53DA06AD6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fld id="{D31E66F7-6BC2-E045-B5E4-0A0770FA3AB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2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  <p:sldLayoutId id="2147484121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44E0066F-FDEF-2D5F-6D6B-1E0D764B55A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3200" b="1"/>
              <a:t>Lecture 7-1 :</a:t>
            </a:r>
            <a:br>
              <a:rPr lang="en-US" altLang="ko-KR" sz="3200" b="1"/>
            </a:br>
            <a:r>
              <a:rPr lang="en-US" altLang="ko-KR" sz="3200" b="1"/>
              <a:t>Manycore GPU Programming with CUDA</a:t>
            </a:r>
          </a:p>
        </p:txBody>
      </p:sp>
      <p:sp>
        <p:nvSpPr>
          <p:cNvPr id="15362" name="TextBox 2">
            <a:extLst>
              <a:ext uri="{FF2B5EF4-FFF2-40B4-BE49-F238E27FC236}">
                <a16:creationId xmlns:a16="http://schemas.microsoft.com/office/drawing/2014/main" id="{AE4ED683-8106-1A93-92BD-EDDF868C3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6237288"/>
            <a:ext cx="4625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/>
              <a:t>Courtesy : Prof. Christopher Cooper’s and Prof. Chowdhury’s course note slides are used in this lecture note</a:t>
            </a:r>
            <a:endParaRPr lang="ko-KR" altLang="en-US" sz="12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제목 1">
            <a:extLst>
              <a:ext uri="{FF2B5EF4-FFF2-40B4-BE49-F238E27FC236}">
                <a16:creationId xmlns:a16="http://schemas.microsoft.com/office/drawing/2014/main" id="{38FFAF98-C4A3-5C76-476C-C52400707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Moore’s Law</a:t>
            </a:r>
            <a:endParaRPr lang="ko-KR" altLang="en-US" b="1" u="sng"/>
          </a:p>
        </p:txBody>
      </p:sp>
      <p:sp>
        <p:nvSpPr>
          <p:cNvPr id="16386" name="내용 개체 틀 2">
            <a:extLst>
              <a:ext uri="{FF2B5EF4-FFF2-40B4-BE49-F238E27FC236}">
                <a16:creationId xmlns:a16="http://schemas.microsoft.com/office/drawing/2014/main" id="{1EB19E3A-8A33-E78C-23B3-9FDD53D108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Transistor count of integrated circuits doubles every two years</a:t>
            </a:r>
            <a:endParaRPr lang="ko-KR" altLang="en-US" sz="2000"/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36DB5833-B3FC-73D1-D1A4-87A0E1138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133600"/>
            <a:ext cx="5688012" cy="454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제목 1">
            <a:extLst>
              <a:ext uri="{FF2B5EF4-FFF2-40B4-BE49-F238E27FC236}">
                <a16:creationId xmlns:a16="http://schemas.microsoft.com/office/drawing/2014/main" id="{0072E3A7-0B5B-645B-3E66-9A0F36DF9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The Need of Multicore Architecture</a:t>
            </a:r>
            <a:endParaRPr lang="ko-KR" altLang="en-US" sz="3600" b="1" u="sng"/>
          </a:p>
        </p:txBody>
      </p:sp>
      <p:sp>
        <p:nvSpPr>
          <p:cNvPr id="17410" name="내용 개체 틀 2">
            <a:extLst>
              <a:ext uri="{FF2B5EF4-FFF2-40B4-BE49-F238E27FC236}">
                <a16:creationId xmlns:a16="http://schemas.microsoft.com/office/drawing/2014/main" id="{1277DF91-35DA-2C5F-0250-FC0DDF1B98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Hard to design high clock speed (frequency)</a:t>
            </a:r>
          </a:p>
          <a:p>
            <a:pPr lvl="1"/>
            <a:r>
              <a:rPr lang="en-US" altLang="ko-KR" sz="2000"/>
              <a:t>power consumption and  heat generation : too high</a:t>
            </a:r>
          </a:p>
          <a:p>
            <a:pPr lvl="1"/>
            <a:r>
              <a:rPr lang="en-US" altLang="ko-KR" sz="2000"/>
              <a:t># of cores may still increase</a:t>
            </a:r>
            <a:endParaRPr lang="ko-KR" altLang="en-US" sz="2000"/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F2A4E2BF-0F54-85E8-95FE-08A316E14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911475"/>
            <a:ext cx="5545138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779B1-B060-788F-DEB1-11B1B8E2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b="1" u="sng" dirty="0"/>
              <a:t>Parallelism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5129A7-E41C-C25A-C601-311CB1AA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kumimoji="1" lang="en-US" altLang="ko-Kore-KR" dirty="0"/>
              <a:t>Task parallelism</a:t>
            </a:r>
          </a:p>
          <a:p>
            <a:pPr lvl="1"/>
            <a:r>
              <a:rPr lang="en-US" altLang="ko-Kore-KR" sz="2000" dirty="0"/>
              <a:t>Distributing different tasks across multiple processors or threads</a:t>
            </a:r>
          </a:p>
          <a:p>
            <a:pPr lvl="1"/>
            <a:r>
              <a:rPr lang="en-US" altLang="ko-Kore-KR" sz="2000" dirty="0"/>
              <a:t>Amount of parallelization is proportional to the number of            independent tasks </a:t>
            </a:r>
          </a:p>
          <a:p>
            <a:pPr lvl="1"/>
            <a:r>
              <a:rPr kumimoji="1" lang="en-US" altLang="ko-Kore-KR" sz="2000" dirty="0"/>
              <a:t>Suitable to CPU</a:t>
            </a:r>
          </a:p>
          <a:p>
            <a:pPr lvl="1"/>
            <a:endParaRPr lang="en-US" altLang="ko-Kore-KR" sz="2000" dirty="0"/>
          </a:p>
          <a:p>
            <a:r>
              <a:rPr kumimoji="1" lang="en-US" altLang="ko-Kore-KR" dirty="0"/>
              <a:t>Data parallelism</a:t>
            </a:r>
          </a:p>
          <a:p>
            <a:pPr lvl="1"/>
            <a:r>
              <a:rPr lang="en-US" altLang="ko-Kore-KR" sz="2000" dirty="0"/>
              <a:t>Same task are performed on different subsets of same data</a:t>
            </a:r>
          </a:p>
          <a:p>
            <a:pPr lvl="1"/>
            <a:r>
              <a:rPr lang="en-US" altLang="ko-Kore-KR" sz="2000" dirty="0"/>
              <a:t>Amount of parallelization is proportional to the input data size</a:t>
            </a:r>
          </a:p>
          <a:p>
            <a:pPr lvl="1"/>
            <a:r>
              <a:rPr kumimoji="1" lang="en-US" altLang="ko-Kore-KR" sz="2000" dirty="0"/>
              <a:t>Suitable to GPU</a:t>
            </a:r>
            <a:endParaRPr kumimoji="1"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61023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BB9E1-8599-DBD3-260D-0A03BE8D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SIMT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21FAF0-0643-8249-235B-910BCBCC7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kumimoji="1" lang="en-US" altLang="ko-Kore-KR" dirty="0"/>
              <a:t>The architecture of GPU is based on SIMT</a:t>
            </a:r>
          </a:p>
          <a:p>
            <a:pPr marL="457200" lvl="1" indent="0">
              <a:buNone/>
            </a:pPr>
            <a:endParaRPr lang="en-US" altLang="ko-Kore-KR" dirty="0"/>
          </a:p>
          <a:p>
            <a:r>
              <a:rPr kumimoji="1" lang="en-US" altLang="ko-Kore-KR" b="1" dirty="0"/>
              <a:t>S</a:t>
            </a:r>
            <a:r>
              <a:rPr kumimoji="1" lang="en-US" altLang="ko-Kore-KR" dirty="0"/>
              <a:t>ingle </a:t>
            </a:r>
            <a:r>
              <a:rPr kumimoji="1" lang="en-US" altLang="ko-Kore-KR" b="1" dirty="0"/>
              <a:t>I</a:t>
            </a:r>
            <a:r>
              <a:rPr kumimoji="1" lang="en-US" altLang="ko-Kore-KR" dirty="0"/>
              <a:t>nstruction, </a:t>
            </a:r>
            <a:r>
              <a:rPr kumimoji="1" lang="en-US" altLang="ko-Kore-KR" b="1" dirty="0"/>
              <a:t>M</a:t>
            </a:r>
            <a:r>
              <a:rPr kumimoji="1" lang="en-US" altLang="ko-Kore-KR" dirty="0"/>
              <a:t>ultiple </a:t>
            </a:r>
            <a:r>
              <a:rPr kumimoji="1" lang="en-US" altLang="ko-Kore-KR" b="1" dirty="0"/>
              <a:t>T</a:t>
            </a:r>
            <a:r>
              <a:rPr kumimoji="1" lang="en-US" altLang="ko-Kore-KR" dirty="0"/>
              <a:t>hreads</a:t>
            </a:r>
          </a:p>
          <a:p>
            <a:pPr lvl="1"/>
            <a:r>
              <a:rPr lang="en-US" altLang="ko-Kore-KR" sz="2400" dirty="0"/>
              <a:t>Executes the same instruction across multiple threads</a:t>
            </a:r>
          </a:p>
          <a:p>
            <a:pPr lvl="1"/>
            <a:r>
              <a:rPr lang="en-US" altLang="ko-Kore-KR" sz="2400" dirty="0"/>
              <a:t>A group of threads is controlled by a control unit</a:t>
            </a:r>
          </a:p>
          <a:p>
            <a:pPr lvl="2"/>
            <a:r>
              <a:rPr kumimoji="1" lang="en-US" altLang="ko-Kore-KR" sz="2100" dirty="0"/>
              <a:t>E.g. 32 threads (=warp)</a:t>
            </a:r>
          </a:p>
          <a:p>
            <a:pPr lvl="1"/>
            <a:r>
              <a:rPr kumimoji="1" lang="en-US" altLang="ko-Kore-KR" sz="2400" dirty="0"/>
              <a:t>Divergent workflow a</a:t>
            </a:r>
            <a:r>
              <a:rPr lang="en-US" altLang="ko-Kore-KR" sz="2400" dirty="0"/>
              <a:t>mong threads in a group is         allowed</a:t>
            </a:r>
          </a:p>
          <a:p>
            <a:pPr lvl="2"/>
            <a:r>
              <a:rPr kumimoji="1" lang="en-US" altLang="ko-Kore-KR" sz="2100" dirty="0"/>
              <a:t>With a little performance penalty (e.g. work serialization)</a:t>
            </a:r>
            <a:endParaRPr kumimoji="1" lang="ko-Kore-KR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484971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AAC17-5DD2-D294-D1AF-679AF2E4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SIMT in GPUs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AD3C17-D746-75B4-3B62-BF09046A1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r>
              <a:rPr kumimoji="1" lang="en-US" altLang="ko-Kore-KR" sz="2400" dirty="0"/>
              <a:t>A GPU consists of many Streaming Multiprocessors      (SMs)</a:t>
            </a:r>
          </a:p>
          <a:p>
            <a:endParaRPr kumimoji="1" lang="en-US" altLang="ko-Kore-KR" sz="2400" dirty="0"/>
          </a:p>
          <a:p>
            <a:r>
              <a:rPr lang="en-US" altLang="ko-Kore-KR" sz="2400" dirty="0"/>
              <a:t>Each SM executes a warp, which is a group of typically 32 threads</a:t>
            </a:r>
          </a:p>
          <a:p>
            <a:endParaRPr kumimoji="1" lang="en-US" altLang="ko-Kore-KR" sz="2400" dirty="0"/>
          </a:p>
          <a:p>
            <a:r>
              <a:rPr kumimoji="1" lang="en-US" altLang="ko-Kore-KR" sz="2400" dirty="0"/>
              <a:t>These threads run the same instruction at the same      time, just like SIMD, but</a:t>
            </a:r>
          </a:p>
          <a:p>
            <a:pPr lvl="1"/>
            <a:r>
              <a:rPr lang="en-US" altLang="ko-Kore-KR" sz="2000" dirty="0"/>
              <a:t>Each thread has its own program counter and registers</a:t>
            </a:r>
          </a:p>
          <a:p>
            <a:pPr lvl="1"/>
            <a:r>
              <a:rPr kumimoji="1" lang="en-US" altLang="ko-Kore-KR" sz="2000" dirty="0"/>
              <a:t>Threads can diverge, allowing for some conditional execution</a:t>
            </a:r>
          </a:p>
          <a:p>
            <a:pPr lvl="1"/>
            <a:r>
              <a:rPr lang="en-US" altLang="ko-Kore-KR" sz="2000" dirty="0"/>
              <a:t>This gives SIMT flexibility over SIMD, which usually requires all operations to be strictly identical per cycle</a:t>
            </a:r>
            <a:endParaRPr kumimoji="1" lang="ko-Kore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15709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제목 1">
            <a:extLst>
              <a:ext uri="{FF2B5EF4-FFF2-40B4-BE49-F238E27FC236}">
                <a16:creationId xmlns:a16="http://schemas.microsoft.com/office/drawing/2014/main" id="{ED3ABA1A-7C1F-7FE6-17E9-7301976842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Many-core GPUs</a:t>
            </a:r>
            <a:endParaRPr lang="ko-KR" altLang="en-US" b="1" u="sng"/>
          </a:p>
        </p:txBody>
      </p:sp>
      <p:sp>
        <p:nvSpPr>
          <p:cNvPr id="18434" name="내용 개체 틀 2">
            <a:extLst>
              <a:ext uri="{FF2B5EF4-FFF2-40B4-BE49-F238E27FC236}">
                <a16:creationId xmlns:a16="http://schemas.microsoft.com/office/drawing/2014/main" id="{FC040ACD-1727-3F51-DBA1-096CFF7AD5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91513" cy="4525963"/>
          </a:xfrm>
        </p:spPr>
        <p:txBody>
          <a:bodyPr/>
          <a:lstStyle/>
          <a:p>
            <a:r>
              <a:rPr lang="en-US" altLang="ko-KR" sz="2800"/>
              <a:t>Motivation</a:t>
            </a:r>
          </a:p>
          <a:p>
            <a:pPr lvl="1"/>
            <a:r>
              <a:rPr lang="en-US" altLang="ko-KR" sz="2000"/>
              <a:t>Originally driven by the insatiable market demand for realtime, high-definition 3D graphics</a:t>
            </a:r>
          </a:p>
          <a:p>
            <a:endParaRPr lang="en-US" altLang="ko-KR" sz="2800"/>
          </a:p>
          <a:p>
            <a:pPr lvl="1"/>
            <a:r>
              <a:rPr lang="en-US" altLang="ko-KR" sz="2000"/>
              <a:t>programmable GPU has evolved into a highly parallel, multithreaded, manycore processor with tremendous computational horsepower and very high memory bandwidth</a:t>
            </a:r>
          </a:p>
          <a:p>
            <a:pPr lvl="1"/>
            <a:endParaRPr lang="en-US" altLang="ko-KR" sz="2000"/>
          </a:p>
          <a:p>
            <a:pPr lvl="1"/>
            <a:r>
              <a:rPr lang="en-US" altLang="ko-KR" sz="2000"/>
              <a:t>GPGPU</a:t>
            </a:r>
          </a:p>
          <a:p>
            <a:pPr lvl="2"/>
            <a:r>
              <a:rPr lang="en-US" altLang="ko-KR" sz="1700"/>
              <a:t>General Purpose computing on GPU (Graphical Processing Unit)</a:t>
            </a:r>
          </a:p>
          <a:p>
            <a:pPr lvl="2"/>
            <a:r>
              <a:rPr lang="en-US" altLang="ko-KR" sz="1700"/>
              <a:t>Utilization of GPU (typically handles computations for graphics) to perform general purpose computation (traditionally handled by CPU)</a:t>
            </a:r>
          </a:p>
          <a:p>
            <a:pPr lvl="2"/>
            <a:endParaRPr lang="en-US" altLang="ko-KR" sz="1700"/>
          </a:p>
          <a:p>
            <a:endParaRPr lang="en-US" altLang="ko-KR" sz="2800"/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제목 1">
            <a:extLst>
              <a:ext uri="{FF2B5EF4-FFF2-40B4-BE49-F238E27FC236}">
                <a16:creationId xmlns:a16="http://schemas.microsoft.com/office/drawing/2014/main" id="{CD862730-C402-9A97-A648-0BFD3D991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Processor : Multicore vs Many-core</a:t>
            </a:r>
            <a:endParaRPr lang="ko-KR" altLang="en-US" sz="3600" b="1" u="sng"/>
          </a:p>
        </p:txBody>
      </p:sp>
      <p:sp>
        <p:nvSpPr>
          <p:cNvPr id="19458" name="내용 개체 틀 2">
            <a:extLst>
              <a:ext uri="{FF2B5EF4-FFF2-40B4-BE49-F238E27FC236}">
                <a16:creationId xmlns:a16="http://schemas.microsoft.com/office/drawing/2014/main" id="{E3D94177-569C-53D0-F77D-D0B09401DA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Multicore direction (CPU) : 2~8 cores</a:t>
            </a:r>
          </a:p>
          <a:p>
            <a:pPr lvl="1"/>
            <a:r>
              <a:rPr lang="en-US" altLang="ko-KR" sz="2000"/>
              <a:t>Typically handles general purpose computation</a:t>
            </a:r>
          </a:p>
          <a:p>
            <a:pPr lvl="1"/>
            <a:r>
              <a:rPr lang="en-US" altLang="ko-KR" sz="2000"/>
              <a:t>seeks to maintain/increase the execution speed of sequential programs </a:t>
            </a:r>
          </a:p>
          <a:p>
            <a:pPr lvl="1"/>
            <a:r>
              <a:rPr lang="en-US" altLang="ko-KR" sz="2000"/>
              <a:t>Complex : out-of-order, multiple instruction issue, branch prediction, pipelining, large cache, …</a:t>
            </a:r>
          </a:p>
          <a:p>
            <a:pPr lvl="1"/>
            <a:r>
              <a:rPr lang="en-US" altLang="ko-KR" sz="2000"/>
              <a:t>while moving into multiple cores</a:t>
            </a:r>
          </a:p>
          <a:p>
            <a:pPr lvl="1"/>
            <a:r>
              <a:rPr lang="en-US" altLang="ko-KR" sz="2000"/>
              <a:t>Ex) Intel i7 has 4 cores (hexa-core was released recently)</a:t>
            </a:r>
          </a:p>
          <a:p>
            <a:r>
              <a:rPr lang="en-US" altLang="ko-KR" sz="2400"/>
              <a:t>Many-core direction (GPU) : 100~3000 cores</a:t>
            </a:r>
          </a:p>
          <a:p>
            <a:pPr lvl="1"/>
            <a:r>
              <a:rPr lang="en-US" altLang="ko-KR" sz="2000"/>
              <a:t>Focus on the execution throughput of parallel applications</a:t>
            </a:r>
          </a:p>
          <a:p>
            <a:pPr lvl="1"/>
            <a:r>
              <a:rPr lang="en-US" altLang="ko-KR" sz="2000"/>
              <a:t>Simple : in order, single instruction issue</a:t>
            </a:r>
          </a:p>
          <a:p>
            <a:pPr lvl="1"/>
            <a:r>
              <a:rPr lang="en-US" altLang="ko-KR" sz="2000"/>
              <a:t>Large number of smaller cores</a:t>
            </a:r>
          </a:p>
          <a:p>
            <a:pPr lvl="1"/>
            <a:endParaRPr lang="ko-KR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제목 1">
            <a:extLst>
              <a:ext uri="{FF2B5EF4-FFF2-40B4-BE49-F238E27FC236}">
                <a16:creationId xmlns:a16="http://schemas.microsoft.com/office/drawing/2014/main" id="{417FDFCC-B203-0A95-FEEF-CC55348A35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Many-core GPU</a:t>
            </a:r>
            <a:endParaRPr lang="ko-KR" altLang="en-US" sz="3600" b="1" u="sng"/>
          </a:p>
        </p:txBody>
      </p:sp>
      <p:sp>
        <p:nvSpPr>
          <p:cNvPr id="20482" name="내용 개체 틀 2">
            <a:extLst>
              <a:ext uri="{FF2B5EF4-FFF2-40B4-BE49-F238E27FC236}">
                <a16:creationId xmlns:a16="http://schemas.microsoft.com/office/drawing/2014/main" id="{CE14129F-8527-1205-CFF1-D3DBCDE700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NVIDIA GTX 780 Ti</a:t>
            </a:r>
          </a:p>
          <a:p>
            <a:pPr lvl="1"/>
            <a:r>
              <a:rPr lang="en-US" altLang="ko-KR" sz="2000"/>
              <a:t>Around 3000 cores on single chip</a:t>
            </a:r>
          </a:p>
          <a:p>
            <a:pPr lvl="1"/>
            <a:r>
              <a:rPr lang="en-US" altLang="ko-KR" sz="2000"/>
              <a:t>Economic price : mass-market product (around $700)</a:t>
            </a:r>
          </a:p>
          <a:p>
            <a:pPr lvl="1"/>
            <a:r>
              <a:rPr lang="en-US" altLang="ko-KR" sz="2000"/>
              <a:t>Easy to program : CUDA</a:t>
            </a:r>
          </a:p>
        </p:txBody>
      </p:sp>
      <p:pic>
        <p:nvPicPr>
          <p:cNvPr id="20483" name="Picture 7">
            <a:extLst>
              <a:ext uri="{FF2B5EF4-FFF2-40B4-BE49-F238E27FC236}">
                <a16:creationId xmlns:a16="http://schemas.microsoft.com/office/drawing/2014/main" id="{C6C8597F-366A-5262-71D1-697DC1FA6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3068638"/>
            <a:ext cx="3871912" cy="364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제목 1">
            <a:extLst>
              <a:ext uri="{FF2B5EF4-FFF2-40B4-BE49-F238E27FC236}">
                <a16:creationId xmlns:a16="http://schemas.microsoft.com/office/drawing/2014/main" id="{71DF3AFA-68B7-C39B-D5E2-BBB0DD119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GPU</a:t>
            </a:r>
            <a:endParaRPr lang="ko-KR" altLang="en-US" sz="4000" b="1" u="sng"/>
          </a:p>
        </p:txBody>
      </p:sp>
      <p:sp>
        <p:nvSpPr>
          <p:cNvPr id="21506" name="내용 개체 틀 2">
            <a:extLst>
              <a:ext uri="{FF2B5EF4-FFF2-40B4-BE49-F238E27FC236}">
                <a16:creationId xmlns:a16="http://schemas.microsoft.com/office/drawing/2014/main" id="{9708CD96-7EF2-20B6-5B2A-8990ED24C2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Specially designed for highly parallel applications</a:t>
            </a:r>
          </a:p>
          <a:p>
            <a:pPr lvl="1"/>
            <a:r>
              <a:rPr lang="en-US" altLang="ko-KR" sz="2000"/>
              <a:t>Programmable using high level languages (C/C++)</a:t>
            </a:r>
          </a:p>
          <a:p>
            <a:pPr lvl="1"/>
            <a:r>
              <a:rPr lang="en-US" altLang="ko-KR" sz="2000"/>
              <a:t>Supports standard 32-bit floating point precision</a:t>
            </a:r>
          </a:p>
          <a:p>
            <a:pPr lvl="1"/>
            <a:r>
              <a:rPr lang="en-US" altLang="ko-KR" sz="2000"/>
              <a:t>Lots of GFLOPS</a:t>
            </a:r>
            <a:endParaRPr lang="ko-KR" altLang="en-US" sz="2000"/>
          </a:p>
        </p:txBody>
      </p:sp>
      <p:pic>
        <p:nvPicPr>
          <p:cNvPr id="21507" name="Picture 6">
            <a:extLst>
              <a:ext uri="{FF2B5EF4-FFF2-40B4-BE49-F238E27FC236}">
                <a16:creationId xmlns:a16="http://schemas.microsoft.com/office/drawing/2014/main" id="{7BF2C1B6-0A9D-DE38-A9F8-857B14973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3429000"/>
            <a:ext cx="4032250" cy="334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제목 1">
            <a:extLst>
              <a:ext uri="{FF2B5EF4-FFF2-40B4-BE49-F238E27FC236}">
                <a16:creationId xmlns:a16="http://schemas.microsoft.com/office/drawing/2014/main" id="{5E4E4963-7477-850B-5C53-D70532AA0A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GPU</a:t>
            </a:r>
            <a:endParaRPr lang="ko-KR" altLang="en-US" sz="4000" b="1" u="sng"/>
          </a:p>
        </p:txBody>
      </p:sp>
      <p:sp>
        <p:nvSpPr>
          <p:cNvPr id="22530" name="내용 개체 틀 2">
            <a:extLst>
              <a:ext uri="{FF2B5EF4-FFF2-40B4-BE49-F238E27FC236}">
                <a16:creationId xmlns:a16="http://schemas.microsoft.com/office/drawing/2014/main" id="{B3BC2C65-E7B9-E07B-14F0-71E3CE31DF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435975" cy="4525962"/>
          </a:xfrm>
        </p:spPr>
        <p:txBody>
          <a:bodyPr/>
          <a:lstStyle/>
          <a:p>
            <a:r>
              <a:rPr lang="en-US" altLang="ko-KR" sz="2400"/>
              <a:t>Fast processing must come with high bandwidth!</a:t>
            </a:r>
          </a:p>
          <a:p>
            <a:r>
              <a:rPr lang="en-US" altLang="ko-KR" sz="2400"/>
              <a:t>Simpler memory models and fewer constraints allow high bandwidth</a:t>
            </a:r>
          </a:p>
          <a:p>
            <a:r>
              <a:rPr lang="en-US" altLang="ko-KR" sz="2400"/>
              <a:t>Memory bandwidth</a:t>
            </a:r>
          </a:p>
          <a:p>
            <a:pPr lvl="1"/>
            <a:r>
              <a:rPr lang="en-US" altLang="ko-KR" sz="1600"/>
              <a:t>the rate at which data can be read from or stored into memory by a processor</a:t>
            </a:r>
            <a:endParaRPr lang="ko-KR" altLang="en-US" sz="1600"/>
          </a:p>
        </p:txBody>
      </p:sp>
      <p:pic>
        <p:nvPicPr>
          <p:cNvPr id="22531" name="Picture 6">
            <a:extLst>
              <a:ext uri="{FF2B5EF4-FFF2-40B4-BE49-F238E27FC236}">
                <a16:creationId xmlns:a16="http://schemas.microsoft.com/office/drawing/2014/main" id="{A856B111-9F97-1F72-46FD-9D26A5C8E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3573463"/>
            <a:ext cx="3455988" cy="319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제목 1">
            <a:extLst>
              <a:ext uri="{FF2B5EF4-FFF2-40B4-BE49-F238E27FC236}">
                <a16:creationId xmlns:a16="http://schemas.microsoft.com/office/drawing/2014/main" id="{F04073F9-CEF9-128A-0C0F-07BC17C7A7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GPU</a:t>
            </a:r>
            <a:endParaRPr lang="ko-KR" altLang="en-US" sz="4000" b="1" u="sng"/>
          </a:p>
        </p:txBody>
      </p:sp>
      <p:sp>
        <p:nvSpPr>
          <p:cNvPr id="23554" name="내용 개체 틀 2">
            <a:extLst>
              <a:ext uri="{FF2B5EF4-FFF2-40B4-BE49-F238E27FC236}">
                <a16:creationId xmlns:a16="http://schemas.microsoft.com/office/drawing/2014/main" id="{F05F81E5-72B9-B10F-2167-77B8500822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GPU is specialized for </a:t>
            </a:r>
          </a:p>
          <a:p>
            <a:pPr lvl="1"/>
            <a:r>
              <a:rPr lang="en-US" altLang="ko-KR" sz="2000"/>
              <a:t>Compute-intensive</a:t>
            </a:r>
          </a:p>
          <a:p>
            <a:pPr lvl="1"/>
            <a:r>
              <a:rPr lang="en-US" altLang="ko-KR" sz="2000"/>
              <a:t>Highly </a:t>
            </a:r>
            <a:r>
              <a:rPr lang="en-US" altLang="ko-KR" sz="2000" b="1">
                <a:solidFill>
                  <a:srgbClr val="FF0000"/>
                </a:solidFill>
              </a:rPr>
              <a:t>data parallel computation </a:t>
            </a:r>
          </a:p>
          <a:p>
            <a:pPr lvl="2"/>
            <a:r>
              <a:rPr lang="en-US" altLang="ko-KR" sz="1600"/>
              <a:t>the same program is executed on many data elements in parallel</a:t>
            </a:r>
          </a:p>
          <a:p>
            <a:pPr lvl="2"/>
            <a:r>
              <a:rPr lang="en-US" altLang="ko-KR" sz="1600"/>
              <a:t>Ex) matrix computation</a:t>
            </a:r>
          </a:p>
          <a:p>
            <a:pPr lvl="1"/>
            <a:r>
              <a:rPr lang="en-US" altLang="ko-KR" sz="2000"/>
              <a:t>More transistors devoted to data processing rather than data caching and flow control</a:t>
            </a:r>
          </a:p>
          <a:p>
            <a:endParaRPr lang="en-US" altLang="ko-KR" sz="2400"/>
          </a:p>
          <a:p>
            <a:r>
              <a:rPr lang="en-US" altLang="ko-KR" sz="2400"/>
              <a:t>What graphics rendering needs?</a:t>
            </a:r>
          </a:p>
          <a:p>
            <a:pPr lvl="1"/>
            <a:r>
              <a:rPr lang="en-US" altLang="ko-KR" sz="2000"/>
              <a:t>Geometry(vertex) + Pixel processing</a:t>
            </a:r>
          </a:p>
          <a:p>
            <a:r>
              <a:rPr lang="en-US" altLang="ko-KR" sz="2400"/>
              <a:t>Motivates many application developers to move the computationally intensive parts of their software to GPUs for execution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제목 1">
            <a:extLst>
              <a:ext uri="{FF2B5EF4-FFF2-40B4-BE49-F238E27FC236}">
                <a16:creationId xmlns:a16="http://schemas.microsoft.com/office/drawing/2014/main" id="{191BB611-2AE5-B441-1897-4C72A7F33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Applications</a:t>
            </a:r>
            <a:endParaRPr lang="ko-KR" altLang="en-US" b="1" u="sng"/>
          </a:p>
        </p:txBody>
      </p:sp>
      <p:sp>
        <p:nvSpPr>
          <p:cNvPr id="24578" name="내용 개체 틀 2">
            <a:extLst>
              <a:ext uri="{FF2B5EF4-FFF2-40B4-BE49-F238E27FC236}">
                <a16:creationId xmlns:a16="http://schemas.microsoft.com/office/drawing/2014/main" id="{E2E3FEE2-CE4A-CFBC-8C49-2580E98A19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3D rendering</a:t>
            </a:r>
          </a:p>
          <a:p>
            <a:pPr lvl="1"/>
            <a:r>
              <a:rPr lang="en-US" altLang="ko-KR" sz="1600"/>
              <a:t>large sets of pixels and vertices are mapped to parallel threads. </a:t>
            </a:r>
          </a:p>
          <a:p>
            <a:r>
              <a:rPr lang="en-US" altLang="ko-KR" sz="2000"/>
              <a:t>image and media processing applications such as post-processing of rendered images, video encoding and decoding, image scaling, stereo vision, and pattern recognition </a:t>
            </a:r>
          </a:p>
          <a:p>
            <a:pPr lvl="1"/>
            <a:r>
              <a:rPr lang="en-US" altLang="ko-KR" sz="1600"/>
              <a:t>can map image blocks and pixels to parallel processing threads.</a:t>
            </a:r>
          </a:p>
          <a:p>
            <a:r>
              <a:rPr lang="en-US" altLang="ko-KR" sz="2000"/>
              <a:t>many other kinds of algorithms are accelerated by data-parallel processing</a:t>
            </a:r>
          </a:p>
          <a:p>
            <a:pPr lvl="1"/>
            <a:r>
              <a:rPr lang="en-US" altLang="ko-KR" sz="1600"/>
              <a:t>from general signal processing or physics simulation to computational finance or computational biology.</a:t>
            </a:r>
            <a:endParaRPr lang="ko-KR" altLang="en-US" sz="1600"/>
          </a:p>
        </p:txBody>
      </p:sp>
      <p:pic>
        <p:nvPicPr>
          <p:cNvPr id="24579" name="Picture 3">
            <a:extLst>
              <a:ext uri="{FF2B5EF4-FFF2-40B4-BE49-F238E27FC236}">
                <a16:creationId xmlns:a16="http://schemas.microsoft.com/office/drawing/2014/main" id="{F7DC1CA5-A6BD-DA10-8EB2-A994C8615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538" y="4868863"/>
            <a:ext cx="4519612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>
            <a:extLst>
              <a:ext uri="{FF2B5EF4-FFF2-40B4-BE49-F238E27FC236}">
                <a16:creationId xmlns:a16="http://schemas.microsoft.com/office/drawing/2014/main" id="{06D728E6-409B-5ECD-1EA0-D4DB14514F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CPU vs GPU</a:t>
            </a:r>
            <a:endParaRPr lang="ko-KR" altLang="en-US" sz="4000" b="1" u="sng"/>
          </a:p>
        </p:txBody>
      </p:sp>
      <p:sp>
        <p:nvSpPr>
          <p:cNvPr id="25602" name="내용 개체 틀 2">
            <a:extLst>
              <a:ext uri="{FF2B5EF4-FFF2-40B4-BE49-F238E27FC236}">
                <a16:creationId xmlns:a16="http://schemas.microsoft.com/office/drawing/2014/main" id="{162837D0-B953-E83F-6FC0-F04B5FB32D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r>
              <a:rPr lang="en-US" altLang="ko-KR" sz="2400"/>
              <a:t>CPU: </a:t>
            </a:r>
            <a:r>
              <a:rPr lang="en-US" altLang="ko-KR" sz="2000"/>
              <a:t>Optimized for sequential code performance</a:t>
            </a:r>
          </a:p>
          <a:p>
            <a:pPr lvl="1"/>
            <a:r>
              <a:rPr lang="en-US" altLang="ko-KR" sz="2000" b="1"/>
              <a:t>sophisticated control logic</a:t>
            </a:r>
          </a:p>
          <a:p>
            <a:pPr lvl="2"/>
            <a:r>
              <a:rPr lang="en-US" altLang="ko-KR" sz="1700"/>
              <a:t>to allow instructions from single thread to execute in parallel or even out-of-order</a:t>
            </a:r>
          </a:p>
          <a:p>
            <a:pPr lvl="2"/>
            <a:r>
              <a:rPr lang="en-US" altLang="ko-KR" sz="1700"/>
              <a:t>branch prediction</a:t>
            </a:r>
          </a:p>
          <a:p>
            <a:pPr lvl="1"/>
            <a:r>
              <a:rPr lang="en-US" altLang="ko-KR" sz="2000" b="1"/>
              <a:t>large cache memory</a:t>
            </a:r>
            <a:r>
              <a:rPr lang="en-US" altLang="ko-KR" sz="2000"/>
              <a:t> </a:t>
            </a:r>
          </a:p>
          <a:p>
            <a:pPr lvl="2"/>
            <a:r>
              <a:rPr lang="en-US" altLang="ko-KR" sz="1700"/>
              <a:t>to reduce the instruction and data access latencies</a:t>
            </a:r>
          </a:p>
          <a:p>
            <a:pPr lvl="1"/>
            <a:r>
              <a:rPr lang="en-US" altLang="ko-KR" sz="2000" b="1"/>
              <a:t>Powerful ALU </a:t>
            </a:r>
            <a:r>
              <a:rPr lang="en-US" altLang="ko-KR" sz="2000"/>
              <a:t>: reduced operation latency</a:t>
            </a:r>
            <a:endParaRPr lang="ko-KR" altLang="en-US" sz="2000"/>
          </a:p>
        </p:txBody>
      </p:sp>
      <p:grpSp>
        <p:nvGrpSpPr>
          <p:cNvPr id="25603" name="Group 2">
            <a:extLst>
              <a:ext uri="{FF2B5EF4-FFF2-40B4-BE49-F238E27FC236}">
                <a16:creationId xmlns:a16="http://schemas.microsoft.com/office/drawing/2014/main" id="{035FFBB8-3641-5C9E-4FEE-1C39EFA4705D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221163"/>
            <a:ext cx="2952750" cy="2166937"/>
            <a:chOff x="3044" y="1052"/>
            <a:chExt cx="1987" cy="1441"/>
          </a:xfrm>
        </p:grpSpPr>
        <p:sp>
          <p:nvSpPr>
            <p:cNvPr id="25615" name="Rectangle 3">
              <a:extLst>
                <a:ext uri="{FF2B5EF4-FFF2-40B4-BE49-F238E27FC236}">
                  <a16:creationId xmlns:a16="http://schemas.microsoft.com/office/drawing/2014/main" id="{4EA80F11-76E1-A8F7-C86C-A917BD0C9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" y="2245"/>
              <a:ext cx="1987" cy="24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</a:rPr>
                <a:t>DRAM</a:t>
              </a:r>
            </a:p>
          </p:txBody>
        </p:sp>
        <p:grpSp>
          <p:nvGrpSpPr>
            <p:cNvPr id="25616" name="Group 4">
              <a:extLst>
                <a:ext uri="{FF2B5EF4-FFF2-40B4-BE49-F238E27FC236}">
                  <a16:creationId xmlns:a16="http://schemas.microsoft.com/office/drawing/2014/main" id="{53CDAA91-9E25-C0CA-84DD-F3CB6E1281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6" y="1052"/>
              <a:ext cx="1984" cy="1086"/>
              <a:chOff x="1888" y="2761"/>
              <a:chExt cx="1984" cy="1086"/>
            </a:xfrm>
          </p:grpSpPr>
          <p:grpSp>
            <p:nvGrpSpPr>
              <p:cNvPr id="25617" name="Group 5">
                <a:extLst>
                  <a:ext uri="{FF2B5EF4-FFF2-40B4-BE49-F238E27FC236}">
                    <a16:creationId xmlns:a16="http://schemas.microsoft.com/office/drawing/2014/main" id="{08436314-8015-3A16-40E4-31DDE3EACF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2761"/>
                <a:ext cx="1984" cy="118"/>
                <a:chOff x="-141" y="2876"/>
                <a:chExt cx="1984" cy="118"/>
              </a:xfrm>
            </p:grpSpPr>
            <p:grpSp>
              <p:nvGrpSpPr>
                <p:cNvPr id="25758" name="Group 6">
                  <a:extLst>
                    <a:ext uri="{FF2B5EF4-FFF2-40B4-BE49-F238E27FC236}">
                      <a16:creationId xmlns:a16="http://schemas.microsoft.com/office/drawing/2014/main" id="{E85B529B-E7C4-D41F-FA29-E8B864F399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75" name="Rectangle 7">
                    <a:extLst>
                      <a:ext uri="{FF2B5EF4-FFF2-40B4-BE49-F238E27FC236}">
                        <a16:creationId xmlns:a16="http://schemas.microsoft.com/office/drawing/2014/main" id="{FA9234FA-1811-ABA5-74A6-D1B719B2A8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776" name="Rectangle 8">
                    <a:extLst>
                      <a:ext uri="{FF2B5EF4-FFF2-40B4-BE49-F238E27FC236}">
                        <a16:creationId xmlns:a16="http://schemas.microsoft.com/office/drawing/2014/main" id="{F3D75F3B-EB8B-AA4C-8497-5B528ADC91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759" name="Rectangle 9">
                  <a:extLst>
                    <a:ext uri="{FF2B5EF4-FFF2-40B4-BE49-F238E27FC236}">
                      <a16:creationId xmlns:a16="http://schemas.microsoft.com/office/drawing/2014/main" id="{5563ABB4-14F8-F209-9EDD-5A84AC0988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760" name="Line 10">
                  <a:extLst>
                    <a:ext uri="{FF2B5EF4-FFF2-40B4-BE49-F238E27FC236}">
                      <a16:creationId xmlns:a16="http://schemas.microsoft.com/office/drawing/2014/main" id="{1439C646-1D3E-2894-96DE-867AD7C203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1" name="Line 11">
                  <a:extLst>
                    <a:ext uri="{FF2B5EF4-FFF2-40B4-BE49-F238E27FC236}">
                      <a16:creationId xmlns:a16="http://schemas.microsoft.com/office/drawing/2014/main" id="{A1D651E1-8739-1B79-0B3C-DF48044A19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2" name="Line 12">
                  <a:extLst>
                    <a:ext uri="{FF2B5EF4-FFF2-40B4-BE49-F238E27FC236}">
                      <a16:creationId xmlns:a16="http://schemas.microsoft.com/office/drawing/2014/main" id="{F01DF2C7-9C62-E4CE-4D38-BA6D613845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3" name="Line 13">
                  <a:extLst>
                    <a:ext uri="{FF2B5EF4-FFF2-40B4-BE49-F238E27FC236}">
                      <a16:creationId xmlns:a16="http://schemas.microsoft.com/office/drawing/2014/main" id="{4584D453-F2B7-ACD6-6795-749FA4BBF7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4" name="Line 14">
                  <a:extLst>
                    <a:ext uri="{FF2B5EF4-FFF2-40B4-BE49-F238E27FC236}">
                      <a16:creationId xmlns:a16="http://schemas.microsoft.com/office/drawing/2014/main" id="{A8689B8A-CED4-3123-84E9-968CA60CD3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5" name="Line 15">
                  <a:extLst>
                    <a:ext uri="{FF2B5EF4-FFF2-40B4-BE49-F238E27FC236}">
                      <a16:creationId xmlns:a16="http://schemas.microsoft.com/office/drawing/2014/main" id="{ABCB0F2D-EC9C-72BD-D34E-AB9E9738F4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6" name="Line 16">
                  <a:extLst>
                    <a:ext uri="{FF2B5EF4-FFF2-40B4-BE49-F238E27FC236}">
                      <a16:creationId xmlns:a16="http://schemas.microsoft.com/office/drawing/2014/main" id="{8FAA3F29-521C-58EA-0402-FCB2437D5C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7" name="Line 17">
                  <a:extLst>
                    <a:ext uri="{FF2B5EF4-FFF2-40B4-BE49-F238E27FC236}">
                      <a16:creationId xmlns:a16="http://schemas.microsoft.com/office/drawing/2014/main" id="{0D005F47-DC91-0C80-4B8F-6BAF6858FB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8" name="Line 18">
                  <a:extLst>
                    <a:ext uri="{FF2B5EF4-FFF2-40B4-BE49-F238E27FC236}">
                      <a16:creationId xmlns:a16="http://schemas.microsoft.com/office/drawing/2014/main" id="{D4246B53-EE88-CC26-D12A-999623C812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69" name="Line 19">
                  <a:extLst>
                    <a:ext uri="{FF2B5EF4-FFF2-40B4-BE49-F238E27FC236}">
                      <a16:creationId xmlns:a16="http://schemas.microsoft.com/office/drawing/2014/main" id="{6C2DC647-4A8C-47CB-60B5-A4C3CD7A9F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70" name="Line 20">
                  <a:extLst>
                    <a:ext uri="{FF2B5EF4-FFF2-40B4-BE49-F238E27FC236}">
                      <a16:creationId xmlns:a16="http://schemas.microsoft.com/office/drawing/2014/main" id="{BDEEB8BE-6134-727E-9B6A-1584D82B28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71" name="Line 21">
                  <a:extLst>
                    <a:ext uri="{FF2B5EF4-FFF2-40B4-BE49-F238E27FC236}">
                      <a16:creationId xmlns:a16="http://schemas.microsoft.com/office/drawing/2014/main" id="{D31D922D-0D93-4DA9-621B-D7CA0866A1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72" name="Line 22">
                  <a:extLst>
                    <a:ext uri="{FF2B5EF4-FFF2-40B4-BE49-F238E27FC236}">
                      <a16:creationId xmlns:a16="http://schemas.microsoft.com/office/drawing/2014/main" id="{7F004C4E-6536-B66D-AE79-0A5A717B15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73" name="Line 23">
                  <a:extLst>
                    <a:ext uri="{FF2B5EF4-FFF2-40B4-BE49-F238E27FC236}">
                      <a16:creationId xmlns:a16="http://schemas.microsoft.com/office/drawing/2014/main" id="{6932FACA-27B8-A687-3E37-0A149DA85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74" name="Line 24">
                  <a:extLst>
                    <a:ext uri="{FF2B5EF4-FFF2-40B4-BE49-F238E27FC236}">
                      <a16:creationId xmlns:a16="http://schemas.microsoft.com/office/drawing/2014/main" id="{E33543D5-14AA-FEC0-879C-D8CF6CE46E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18" name="Group 25">
                <a:extLst>
                  <a:ext uri="{FF2B5EF4-FFF2-40B4-BE49-F238E27FC236}">
                    <a16:creationId xmlns:a16="http://schemas.microsoft.com/office/drawing/2014/main" id="{4335A202-8C16-2D6F-3CB0-AEA858617E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2899"/>
                <a:ext cx="1984" cy="118"/>
                <a:chOff x="-141" y="2876"/>
                <a:chExt cx="1984" cy="118"/>
              </a:xfrm>
            </p:grpSpPr>
            <p:grpSp>
              <p:nvGrpSpPr>
                <p:cNvPr id="25739" name="Group 26">
                  <a:extLst>
                    <a:ext uri="{FF2B5EF4-FFF2-40B4-BE49-F238E27FC236}">
                      <a16:creationId xmlns:a16="http://schemas.microsoft.com/office/drawing/2014/main" id="{408E9009-45FE-DE3C-736F-76A9223E551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56" name="Rectangle 27">
                    <a:extLst>
                      <a:ext uri="{FF2B5EF4-FFF2-40B4-BE49-F238E27FC236}">
                        <a16:creationId xmlns:a16="http://schemas.microsoft.com/office/drawing/2014/main" id="{3F5B7D9C-A9FD-37F1-FCAA-A83C5F2271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757" name="Rectangle 28">
                    <a:extLst>
                      <a:ext uri="{FF2B5EF4-FFF2-40B4-BE49-F238E27FC236}">
                        <a16:creationId xmlns:a16="http://schemas.microsoft.com/office/drawing/2014/main" id="{7514F6F0-E371-8BC2-74A6-A57C5BDBE26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740" name="Rectangle 29">
                  <a:extLst>
                    <a:ext uri="{FF2B5EF4-FFF2-40B4-BE49-F238E27FC236}">
                      <a16:creationId xmlns:a16="http://schemas.microsoft.com/office/drawing/2014/main" id="{993C6126-5293-AE92-704F-CBABF765D4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741" name="Line 30">
                  <a:extLst>
                    <a:ext uri="{FF2B5EF4-FFF2-40B4-BE49-F238E27FC236}">
                      <a16:creationId xmlns:a16="http://schemas.microsoft.com/office/drawing/2014/main" id="{A733BF70-8D8F-AEF3-7FE2-B2A810A466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2" name="Line 31">
                  <a:extLst>
                    <a:ext uri="{FF2B5EF4-FFF2-40B4-BE49-F238E27FC236}">
                      <a16:creationId xmlns:a16="http://schemas.microsoft.com/office/drawing/2014/main" id="{D349BA2B-DA81-0942-E8D6-4DDC882ACD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3" name="Line 32">
                  <a:extLst>
                    <a:ext uri="{FF2B5EF4-FFF2-40B4-BE49-F238E27FC236}">
                      <a16:creationId xmlns:a16="http://schemas.microsoft.com/office/drawing/2014/main" id="{93E63C8F-F385-5751-7945-C6FD4AD5FA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4" name="Line 33">
                  <a:extLst>
                    <a:ext uri="{FF2B5EF4-FFF2-40B4-BE49-F238E27FC236}">
                      <a16:creationId xmlns:a16="http://schemas.microsoft.com/office/drawing/2014/main" id="{B941DD46-32BF-45D6-2CE0-FCF05B633D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5" name="Line 34">
                  <a:extLst>
                    <a:ext uri="{FF2B5EF4-FFF2-40B4-BE49-F238E27FC236}">
                      <a16:creationId xmlns:a16="http://schemas.microsoft.com/office/drawing/2014/main" id="{73D5AE11-C7F5-7CBE-10C0-2A2E61265F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6" name="Line 35">
                  <a:extLst>
                    <a:ext uri="{FF2B5EF4-FFF2-40B4-BE49-F238E27FC236}">
                      <a16:creationId xmlns:a16="http://schemas.microsoft.com/office/drawing/2014/main" id="{5F4DD127-4592-4E9B-7484-420EC5F1E0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7" name="Line 36">
                  <a:extLst>
                    <a:ext uri="{FF2B5EF4-FFF2-40B4-BE49-F238E27FC236}">
                      <a16:creationId xmlns:a16="http://schemas.microsoft.com/office/drawing/2014/main" id="{7D0F2CA2-8404-0EC4-04B6-702E92752A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8" name="Line 37">
                  <a:extLst>
                    <a:ext uri="{FF2B5EF4-FFF2-40B4-BE49-F238E27FC236}">
                      <a16:creationId xmlns:a16="http://schemas.microsoft.com/office/drawing/2014/main" id="{3D1EDCDF-9061-0ADF-2970-FB2DF2EC18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49" name="Line 38">
                  <a:extLst>
                    <a:ext uri="{FF2B5EF4-FFF2-40B4-BE49-F238E27FC236}">
                      <a16:creationId xmlns:a16="http://schemas.microsoft.com/office/drawing/2014/main" id="{32AE6FE3-17C9-7831-F809-A8C0B86DDA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0" name="Line 39">
                  <a:extLst>
                    <a:ext uri="{FF2B5EF4-FFF2-40B4-BE49-F238E27FC236}">
                      <a16:creationId xmlns:a16="http://schemas.microsoft.com/office/drawing/2014/main" id="{F71E9391-B8B8-3CBC-0D47-0AE3C18CD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1" name="Line 40">
                  <a:extLst>
                    <a:ext uri="{FF2B5EF4-FFF2-40B4-BE49-F238E27FC236}">
                      <a16:creationId xmlns:a16="http://schemas.microsoft.com/office/drawing/2014/main" id="{9BF1A252-6B60-800F-51F8-11847D3B5B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2" name="Line 41">
                  <a:extLst>
                    <a:ext uri="{FF2B5EF4-FFF2-40B4-BE49-F238E27FC236}">
                      <a16:creationId xmlns:a16="http://schemas.microsoft.com/office/drawing/2014/main" id="{56075654-904B-0806-C687-E88CFF481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3" name="Line 42">
                  <a:extLst>
                    <a:ext uri="{FF2B5EF4-FFF2-40B4-BE49-F238E27FC236}">
                      <a16:creationId xmlns:a16="http://schemas.microsoft.com/office/drawing/2014/main" id="{A9CDE082-96CD-42F4-8358-423316274F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4" name="Line 43">
                  <a:extLst>
                    <a:ext uri="{FF2B5EF4-FFF2-40B4-BE49-F238E27FC236}">
                      <a16:creationId xmlns:a16="http://schemas.microsoft.com/office/drawing/2014/main" id="{384B6D8F-D331-5360-7CE7-AC3A4803F7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55" name="Line 44">
                  <a:extLst>
                    <a:ext uri="{FF2B5EF4-FFF2-40B4-BE49-F238E27FC236}">
                      <a16:creationId xmlns:a16="http://schemas.microsoft.com/office/drawing/2014/main" id="{D795E7A9-C72A-243A-7D90-E9BE65D9C0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19" name="Group 45">
                <a:extLst>
                  <a:ext uri="{FF2B5EF4-FFF2-40B4-BE49-F238E27FC236}">
                    <a16:creationId xmlns:a16="http://schemas.microsoft.com/office/drawing/2014/main" id="{43ABB255-5CE3-449D-18FF-BF6FE8901C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037"/>
                <a:ext cx="1984" cy="118"/>
                <a:chOff x="-141" y="2876"/>
                <a:chExt cx="1984" cy="118"/>
              </a:xfrm>
            </p:grpSpPr>
            <p:grpSp>
              <p:nvGrpSpPr>
                <p:cNvPr id="25720" name="Group 46">
                  <a:extLst>
                    <a:ext uri="{FF2B5EF4-FFF2-40B4-BE49-F238E27FC236}">
                      <a16:creationId xmlns:a16="http://schemas.microsoft.com/office/drawing/2014/main" id="{C5092EA9-2B50-CBA5-F76D-378846DE61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37" name="Rectangle 47">
                    <a:extLst>
                      <a:ext uri="{FF2B5EF4-FFF2-40B4-BE49-F238E27FC236}">
                        <a16:creationId xmlns:a16="http://schemas.microsoft.com/office/drawing/2014/main" id="{AFD4DC71-8104-D73B-851D-6D0139DD859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738" name="Rectangle 48">
                    <a:extLst>
                      <a:ext uri="{FF2B5EF4-FFF2-40B4-BE49-F238E27FC236}">
                        <a16:creationId xmlns:a16="http://schemas.microsoft.com/office/drawing/2014/main" id="{8036B292-8F45-23F9-BB30-B695E97B2DE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721" name="Rectangle 49">
                  <a:extLst>
                    <a:ext uri="{FF2B5EF4-FFF2-40B4-BE49-F238E27FC236}">
                      <a16:creationId xmlns:a16="http://schemas.microsoft.com/office/drawing/2014/main" id="{F1EA0F92-F688-C965-7015-1BA20890B3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722" name="Line 50">
                  <a:extLst>
                    <a:ext uri="{FF2B5EF4-FFF2-40B4-BE49-F238E27FC236}">
                      <a16:creationId xmlns:a16="http://schemas.microsoft.com/office/drawing/2014/main" id="{E8125B56-8778-E2EE-7731-9F40B710DC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3" name="Line 51">
                  <a:extLst>
                    <a:ext uri="{FF2B5EF4-FFF2-40B4-BE49-F238E27FC236}">
                      <a16:creationId xmlns:a16="http://schemas.microsoft.com/office/drawing/2014/main" id="{DE1A09D5-42A3-3B50-C5B5-9C158AD807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4" name="Line 52">
                  <a:extLst>
                    <a:ext uri="{FF2B5EF4-FFF2-40B4-BE49-F238E27FC236}">
                      <a16:creationId xmlns:a16="http://schemas.microsoft.com/office/drawing/2014/main" id="{F946E8B7-5F06-1733-2BDF-E44067FB2D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5" name="Line 53">
                  <a:extLst>
                    <a:ext uri="{FF2B5EF4-FFF2-40B4-BE49-F238E27FC236}">
                      <a16:creationId xmlns:a16="http://schemas.microsoft.com/office/drawing/2014/main" id="{07F8D332-3175-C2A3-6DA8-D0F9B4E14B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6" name="Line 54">
                  <a:extLst>
                    <a:ext uri="{FF2B5EF4-FFF2-40B4-BE49-F238E27FC236}">
                      <a16:creationId xmlns:a16="http://schemas.microsoft.com/office/drawing/2014/main" id="{4C14E31C-7CFE-E55B-7169-938CD0A077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7" name="Line 55">
                  <a:extLst>
                    <a:ext uri="{FF2B5EF4-FFF2-40B4-BE49-F238E27FC236}">
                      <a16:creationId xmlns:a16="http://schemas.microsoft.com/office/drawing/2014/main" id="{FD3F8E1F-445B-5E87-A09C-B8657D0743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8" name="Line 56">
                  <a:extLst>
                    <a:ext uri="{FF2B5EF4-FFF2-40B4-BE49-F238E27FC236}">
                      <a16:creationId xmlns:a16="http://schemas.microsoft.com/office/drawing/2014/main" id="{B307EECB-FB71-F484-36E3-4315389400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29" name="Line 57">
                  <a:extLst>
                    <a:ext uri="{FF2B5EF4-FFF2-40B4-BE49-F238E27FC236}">
                      <a16:creationId xmlns:a16="http://schemas.microsoft.com/office/drawing/2014/main" id="{3A2F1C82-2499-4BCC-DF16-7A04381EC8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0" name="Line 58">
                  <a:extLst>
                    <a:ext uri="{FF2B5EF4-FFF2-40B4-BE49-F238E27FC236}">
                      <a16:creationId xmlns:a16="http://schemas.microsoft.com/office/drawing/2014/main" id="{67ED7197-4E76-3050-329B-F022417C2A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1" name="Line 59">
                  <a:extLst>
                    <a:ext uri="{FF2B5EF4-FFF2-40B4-BE49-F238E27FC236}">
                      <a16:creationId xmlns:a16="http://schemas.microsoft.com/office/drawing/2014/main" id="{DB103193-0509-3A41-4D3D-1CEC666096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2" name="Line 60">
                  <a:extLst>
                    <a:ext uri="{FF2B5EF4-FFF2-40B4-BE49-F238E27FC236}">
                      <a16:creationId xmlns:a16="http://schemas.microsoft.com/office/drawing/2014/main" id="{F804FB89-3762-EFA3-A756-8DD7B838F1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3" name="Line 61">
                  <a:extLst>
                    <a:ext uri="{FF2B5EF4-FFF2-40B4-BE49-F238E27FC236}">
                      <a16:creationId xmlns:a16="http://schemas.microsoft.com/office/drawing/2014/main" id="{59075631-95BF-EC40-F255-8ABF4F1854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4" name="Line 62">
                  <a:extLst>
                    <a:ext uri="{FF2B5EF4-FFF2-40B4-BE49-F238E27FC236}">
                      <a16:creationId xmlns:a16="http://schemas.microsoft.com/office/drawing/2014/main" id="{285FABD0-1CC9-9955-B2B4-90BC2D3FD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5" name="Line 63">
                  <a:extLst>
                    <a:ext uri="{FF2B5EF4-FFF2-40B4-BE49-F238E27FC236}">
                      <a16:creationId xmlns:a16="http://schemas.microsoft.com/office/drawing/2014/main" id="{9CACF140-5A95-8A33-63FF-E25D178809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36" name="Line 64">
                  <a:extLst>
                    <a:ext uri="{FF2B5EF4-FFF2-40B4-BE49-F238E27FC236}">
                      <a16:creationId xmlns:a16="http://schemas.microsoft.com/office/drawing/2014/main" id="{F2581834-B27E-083A-9663-28F40340D0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20" name="Group 65">
                <a:extLst>
                  <a:ext uri="{FF2B5EF4-FFF2-40B4-BE49-F238E27FC236}">
                    <a16:creationId xmlns:a16="http://schemas.microsoft.com/office/drawing/2014/main" id="{311FC775-A877-CD75-6DDA-F832236CD8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175"/>
                <a:ext cx="1984" cy="118"/>
                <a:chOff x="-141" y="2876"/>
                <a:chExt cx="1984" cy="118"/>
              </a:xfrm>
            </p:grpSpPr>
            <p:grpSp>
              <p:nvGrpSpPr>
                <p:cNvPr id="25701" name="Group 66">
                  <a:extLst>
                    <a:ext uri="{FF2B5EF4-FFF2-40B4-BE49-F238E27FC236}">
                      <a16:creationId xmlns:a16="http://schemas.microsoft.com/office/drawing/2014/main" id="{EDC6ED02-614F-2D2A-44AC-2DA2137469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18" name="Rectangle 67">
                    <a:extLst>
                      <a:ext uri="{FF2B5EF4-FFF2-40B4-BE49-F238E27FC236}">
                        <a16:creationId xmlns:a16="http://schemas.microsoft.com/office/drawing/2014/main" id="{B3FBC757-F17D-BF3F-1A6F-1AA17532BF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719" name="Rectangle 68">
                    <a:extLst>
                      <a:ext uri="{FF2B5EF4-FFF2-40B4-BE49-F238E27FC236}">
                        <a16:creationId xmlns:a16="http://schemas.microsoft.com/office/drawing/2014/main" id="{D037C8A3-493C-FA1B-BC8C-E45B89BB1B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702" name="Rectangle 69">
                  <a:extLst>
                    <a:ext uri="{FF2B5EF4-FFF2-40B4-BE49-F238E27FC236}">
                      <a16:creationId xmlns:a16="http://schemas.microsoft.com/office/drawing/2014/main" id="{E844A539-CA28-9F26-D666-5E39B2CDB8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703" name="Line 70">
                  <a:extLst>
                    <a:ext uri="{FF2B5EF4-FFF2-40B4-BE49-F238E27FC236}">
                      <a16:creationId xmlns:a16="http://schemas.microsoft.com/office/drawing/2014/main" id="{FF845ECA-C0A6-8249-EB88-D1CDF80EA2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4" name="Line 71">
                  <a:extLst>
                    <a:ext uri="{FF2B5EF4-FFF2-40B4-BE49-F238E27FC236}">
                      <a16:creationId xmlns:a16="http://schemas.microsoft.com/office/drawing/2014/main" id="{FA7CC9C6-934C-BB05-14F9-CF215C3B89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5" name="Line 72">
                  <a:extLst>
                    <a:ext uri="{FF2B5EF4-FFF2-40B4-BE49-F238E27FC236}">
                      <a16:creationId xmlns:a16="http://schemas.microsoft.com/office/drawing/2014/main" id="{67610A9E-CD06-3000-53C6-EBB8EE4F7A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6" name="Line 73">
                  <a:extLst>
                    <a:ext uri="{FF2B5EF4-FFF2-40B4-BE49-F238E27FC236}">
                      <a16:creationId xmlns:a16="http://schemas.microsoft.com/office/drawing/2014/main" id="{885FB7EC-795E-D9EB-1977-32EF23218E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7" name="Line 74">
                  <a:extLst>
                    <a:ext uri="{FF2B5EF4-FFF2-40B4-BE49-F238E27FC236}">
                      <a16:creationId xmlns:a16="http://schemas.microsoft.com/office/drawing/2014/main" id="{A3368727-1E83-B80C-A355-BFE5C85102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8" name="Line 75">
                  <a:extLst>
                    <a:ext uri="{FF2B5EF4-FFF2-40B4-BE49-F238E27FC236}">
                      <a16:creationId xmlns:a16="http://schemas.microsoft.com/office/drawing/2014/main" id="{4677EFCC-A04E-76AC-D1E0-0EED91E34B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09" name="Line 76">
                  <a:extLst>
                    <a:ext uri="{FF2B5EF4-FFF2-40B4-BE49-F238E27FC236}">
                      <a16:creationId xmlns:a16="http://schemas.microsoft.com/office/drawing/2014/main" id="{9F236BDB-3C39-C38B-778B-122460C4C5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0" name="Line 77">
                  <a:extLst>
                    <a:ext uri="{FF2B5EF4-FFF2-40B4-BE49-F238E27FC236}">
                      <a16:creationId xmlns:a16="http://schemas.microsoft.com/office/drawing/2014/main" id="{94F83502-0AC5-DEF4-4F3B-87111E0B87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1" name="Line 78">
                  <a:extLst>
                    <a:ext uri="{FF2B5EF4-FFF2-40B4-BE49-F238E27FC236}">
                      <a16:creationId xmlns:a16="http://schemas.microsoft.com/office/drawing/2014/main" id="{1A739E5C-9CD8-6DF7-99D9-28ED421AA5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2" name="Line 79">
                  <a:extLst>
                    <a:ext uri="{FF2B5EF4-FFF2-40B4-BE49-F238E27FC236}">
                      <a16:creationId xmlns:a16="http://schemas.microsoft.com/office/drawing/2014/main" id="{5D5E521F-0F33-260C-A33A-5847DBF09D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3" name="Line 80">
                  <a:extLst>
                    <a:ext uri="{FF2B5EF4-FFF2-40B4-BE49-F238E27FC236}">
                      <a16:creationId xmlns:a16="http://schemas.microsoft.com/office/drawing/2014/main" id="{DA83C866-BD23-F016-3BF2-C78CED0514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4" name="Line 81">
                  <a:extLst>
                    <a:ext uri="{FF2B5EF4-FFF2-40B4-BE49-F238E27FC236}">
                      <a16:creationId xmlns:a16="http://schemas.microsoft.com/office/drawing/2014/main" id="{7CC668BE-C00D-2B66-5D3B-603CF0EE58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5" name="Line 82">
                  <a:extLst>
                    <a:ext uri="{FF2B5EF4-FFF2-40B4-BE49-F238E27FC236}">
                      <a16:creationId xmlns:a16="http://schemas.microsoft.com/office/drawing/2014/main" id="{911F533E-E5DF-C57F-DEA0-F221076124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6" name="Line 83">
                  <a:extLst>
                    <a:ext uri="{FF2B5EF4-FFF2-40B4-BE49-F238E27FC236}">
                      <a16:creationId xmlns:a16="http://schemas.microsoft.com/office/drawing/2014/main" id="{658F6D3B-3256-07C2-942B-44F1E355CC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717" name="Line 84">
                  <a:extLst>
                    <a:ext uri="{FF2B5EF4-FFF2-40B4-BE49-F238E27FC236}">
                      <a16:creationId xmlns:a16="http://schemas.microsoft.com/office/drawing/2014/main" id="{D8C15BAD-9BA4-D188-DD7D-128BB8B859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21" name="Group 85">
                <a:extLst>
                  <a:ext uri="{FF2B5EF4-FFF2-40B4-BE49-F238E27FC236}">
                    <a16:creationId xmlns:a16="http://schemas.microsoft.com/office/drawing/2014/main" id="{5B083CCB-362D-E06C-3E5A-84F910A6D4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314"/>
                <a:ext cx="1984" cy="118"/>
                <a:chOff x="-141" y="2876"/>
                <a:chExt cx="1984" cy="118"/>
              </a:xfrm>
            </p:grpSpPr>
            <p:grpSp>
              <p:nvGrpSpPr>
                <p:cNvPr id="25682" name="Group 86">
                  <a:extLst>
                    <a:ext uri="{FF2B5EF4-FFF2-40B4-BE49-F238E27FC236}">
                      <a16:creationId xmlns:a16="http://schemas.microsoft.com/office/drawing/2014/main" id="{A499DCBA-19F3-186D-D989-02BA9FDF98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699" name="Rectangle 87">
                    <a:extLst>
                      <a:ext uri="{FF2B5EF4-FFF2-40B4-BE49-F238E27FC236}">
                        <a16:creationId xmlns:a16="http://schemas.microsoft.com/office/drawing/2014/main" id="{2CC63760-8E81-F07D-8B46-8F5D0106D1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700" name="Rectangle 88">
                    <a:extLst>
                      <a:ext uri="{FF2B5EF4-FFF2-40B4-BE49-F238E27FC236}">
                        <a16:creationId xmlns:a16="http://schemas.microsoft.com/office/drawing/2014/main" id="{AABE8E8E-C2C9-6988-3D9D-6244B71747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683" name="Rectangle 89">
                  <a:extLst>
                    <a:ext uri="{FF2B5EF4-FFF2-40B4-BE49-F238E27FC236}">
                      <a16:creationId xmlns:a16="http://schemas.microsoft.com/office/drawing/2014/main" id="{B0A04D92-4A7A-B124-E462-887029EB9E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84" name="Line 90">
                  <a:extLst>
                    <a:ext uri="{FF2B5EF4-FFF2-40B4-BE49-F238E27FC236}">
                      <a16:creationId xmlns:a16="http://schemas.microsoft.com/office/drawing/2014/main" id="{8B61E05A-0C7A-0FAA-A3C6-050C195648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85" name="Line 91">
                  <a:extLst>
                    <a:ext uri="{FF2B5EF4-FFF2-40B4-BE49-F238E27FC236}">
                      <a16:creationId xmlns:a16="http://schemas.microsoft.com/office/drawing/2014/main" id="{3A6D3EFA-2446-5347-8AB8-9D92763DAD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86" name="Line 92">
                  <a:extLst>
                    <a:ext uri="{FF2B5EF4-FFF2-40B4-BE49-F238E27FC236}">
                      <a16:creationId xmlns:a16="http://schemas.microsoft.com/office/drawing/2014/main" id="{4867C6D2-AFB9-75C8-5376-19FFBFC4C7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87" name="Line 93">
                  <a:extLst>
                    <a:ext uri="{FF2B5EF4-FFF2-40B4-BE49-F238E27FC236}">
                      <a16:creationId xmlns:a16="http://schemas.microsoft.com/office/drawing/2014/main" id="{1F0D8248-4910-6F06-1FF5-2CCE00F0DD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88" name="Line 94">
                  <a:extLst>
                    <a:ext uri="{FF2B5EF4-FFF2-40B4-BE49-F238E27FC236}">
                      <a16:creationId xmlns:a16="http://schemas.microsoft.com/office/drawing/2014/main" id="{6436A561-6325-CA9D-2044-36ECA7F382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89" name="Line 95">
                  <a:extLst>
                    <a:ext uri="{FF2B5EF4-FFF2-40B4-BE49-F238E27FC236}">
                      <a16:creationId xmlns:a16="http://schemas.microsoft.com/office/drawing/2014/main" id="{74CE53EA-F7DB-3CCA-111A-1687EE4D43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0" name="Line 96">
                  <a:extLst>
                    <a:ext uri="{FF2B5EF4-FFF2-40B4-BE49-F238E27FC236}">
                      <a16:creationId xmlns:a16="http://schemas.microsoft.com/office/drawing/2014/main" id="{21709235-5B89-A330-9C26-A7A32E3AE2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1" name="Line 97">
                  <a:extLst>
                    <a:ext uri="{FF2B5EF4-FFF2-40B4-BE49-F238E27FC236}">
                      <a16:creationId xmlns:a16="http://schemas.microsoft.com/office/drawing/2014/main" id="{494A12C6-D924-BC35-F9E4-7A5B10E050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2" name="Line 98">
                  <a:extLst>
                    <a:ext uri="{FF2B5EF4-FFF2-40B4-BE49-F238E27FC236}">
                      <a16:creationId xmlns:a16="http://schemas.microsoft.com/office/drawing/2014/main" id="{F2C6FB68-3B48-7C6C-4273-E73EDC7385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3" name="Line 99">
                  <a:extLst>
                    <a:ext uri="{FF2B5EF4-FFF2-40B4-BE49-F238E27FC236}">
                      <a16:creationId xmlns:a16="http://schemas.microsoft.com/office/drawing/2014/main" id="{513D046C-A1FA-3C9E-7955-92297CEE00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4" name="Line 100">
                  <a:extLst>
                    <a:ext uri="{FF2B5EF4-FFF2-40B4-BE49-F238E27FC236}">
                      <a16:creationId xmlns:a16="http://schemas.microsoft.com/office/drawing/2014/main" id="{5F77CB96-861B-0CC4-23E8-F07BC23F58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5" name="Line 101">
                  <a:extLst>
                    <a:ext uri="{FF2B5EF4-FFF2-40B4-BE49-F238E27FC236}">
                      <a16:creationId xmlns:a16="http://schemas.microsoft.com/office/drawing/2014/main" id="{F140CF17-57B6-E434-BCD7-925EFB63EA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6" name="Line 102">
                  <a:extLst>
                    <a:ext uri="{FF2B5EF4-FFF2-40B4-BE49-F238E27FC236}">
                      <a16:creationId xmlns:a16="http://schemas.microsoft.com/office/drawing/2014/main" id="{AC1748D6-D41F-C403-98B8-C483587B90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7" name="Line 103">
                  <a:extLst>
                    <a:ext uri="{FF2B5EF4-FFF2-40B4-BE49-F238E27FC236}">
                      <a16:creationId xmlns:a16="http://schemas.microsoft.com/office/drawing/2014/main" id="{232588AC-28D9-F977-6E31-9C482C5961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98" name="Line 104">
                  <a:extLst>
                    <a:ext uri="{FF2B5EF4-FFF2-40B4-BE49-F238E27FC236}">
                      <a16:creationId xmlns:a16="http://schemas.microsoft.com/office/drawing/2014/main" id="{06016658-4BBA-9367-CB0A-900EF4BABC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22" name="Group 105">
                <a:extLst>
                  <a:ext uri="{FF2B5EF4-FFF2-40B4-BE49-F238E27FC236}">
                    <a16:creationId xmlns:a16="http://schemas.microsoft.com/office/drawing/2014/main" id="{298E04B5-7EBB-C766-0507-E5DD2945DB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452"/>
                <a:ext cx="1984" cy="118"/>
                <a:chOff x="-141" y="2876"/>
                <a:chExt cx="1984" cy="118"/>
              </a:xfrm>
            </p:grpSpPr>
            <p:grpSp>
              <p:nvGrpSpPr>
                <p:cNvPr id="25663" name="Group 106">
                  <a:extLst>
                    <a:ext uri="{FF2B5EF4-FFF2-40B4-BE49-F238E27FC236}">
                      <a16:creationId xmlns:a16="http://schemas.microsoft.com/office/drawing/2014/main" id="{FBD86B09-F33A-29F3-60DC-A1F0E198A8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680" name="Rectangle 107">
                    <a:extLst>
                      <a:ext uri="{FF2B5EF4-FFF2-40B4-BE49-F238E27FC236}">
                        <a16:creationId xmlns:a16="http://schemas.microsoft.com/office/drawing/2014/main" id="{AE876690-1652-2737-D576-328794D84D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681" name="Rectangle 108">
                    <a:extLst>
                      <a:ext uri="{FF2B5EF4-FFF2-40B4-BE49-F238E27FC236}">
                        <a16:creationId xmlns:a16="http://schemas.microsoft.com/office/drawing/2014/main" id="{E3856F78-2F85-F232-4232-77FDC9E6CB7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664" name="Rectangle 109">
                  <a:extLst>
                    <a:ext uri="{FF2B5EF4-FFF2-40B4-BE49-F238E27FC236}">
                      <a16:creationId xmlns:a16="http://schemas.microsoft.com/office/drawing/2014/main" id="{816A6B59-EF32-D018-66FC-AA115821AA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65" name="Line 110">
                  <a:extLst>
                    <a:ext uri="{FF2B5EF4-FFF2-40B4-BE49-F238E27FC236}">
                      <a16:creationId xmlns:a16="http://schemas.microsoft.com/office/drawing/2014/main" id="{72CC8A4D-9846-F976-4147-791E9D33EA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66" name="Line 111">
                  <a:extLst>
                    <a:ext uri="{FF2B5EF4-FFF2-40B4-BE49-F238E27FC236}">
                      <a16:creationId xmlns:a16="http://schemas.microsoft.com/office/drawing/2014/main" id="{6793067D-D1E1-301F-9947-084CEC946E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67" name="Line 112">
                  <a:extLst>
                    <a:ext uri="{FF2B5EF4-FFF2-40B4-BE49-F238E27FC236}">
                      <a16:creationId xmlns:a16="http://schemas.microsoft.com/office/drawing/2014/main" id="{53859587-AF55-2A96-1E3B-33D6D01454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68" name="Line 113">
                  <a:extLst>
                    <a:ext uri="{FF2B5EF4-FFF2-40B4-BE49-F238E27FC236}">
                      <a16:creationId xmlns:a16="http://schemas.microsoft.com/office/drawing/2014/main" id="{44FF684D-9FC5-0C35-A538-FB2A5E0E7B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69" name="Line 114">
                  <a:extLst>
                    <a:ext uri="{FF2B5EF4-FFF2-40B4-BE49-F238E27FC236}">
                      <a16:creationId xmlns:a16="http://schemas.microsoft.com/office/drawing/2014/main" id="{DBDF8712-259E-ED85-111E-75D02D5805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0" name="Line 115">
                  <a:extLst>
                    <a:ext uri="{FF2B5EF4-FFF2-40B4-BE49-F238E27FC236}">
                      <a16:creationId xmlns:a16="http://schemas.microsoft.com/office/drawing/2014/main" id="{6BAF1C0F-03E1-2899-4888-60E1E602FF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1" name="Line 116">
                  <a:extLst>
                    <a:ext uri="{FF2B5EF4-FFF2-40B4-BE49-F238E27FC236}">
                      <a16:creationId xmlns:a16="http://schemas.microsoft.com/office/drawing/2014/main" id="{A6DFC182-B577-1B0F-8108-642F2B6562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2" name="Line 117">
                  <a:extLst>
                    <a:ext uri="{FF2B5EF4-FFF2-40B4-BE49-F238E27FC236}">
                      <a16:creationId xmlns:a16="http://schemas.microsoft.com/office/drawing/2014/main" id="{E0354C8E-D8AF-DD31-30A0-016FE56330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3" name="Line 118">
                  <a:extLst>
                    <a:ext uri="{FF2B5EF4-FFF2-40B4-BE49-F238E27FC236}">
                      <a16:creationId xmlns:a16="http://schemas.microsoft.com/office/drawing/2014/main" id="{F3FDAE03-BC89-FDC9-0DCC-C9D3B6E72C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4" name="Line 119">
                  <a:extLst>
                    <a:ext uri="{FF2B5EF4-FFF2-40B4-BE49-F238E27FC236}">
                      <a16:creationId xmlns:a16="http://schemas.microsoft.com/office/drawing/2014/main" id="{7CC51AB8-D9CC-0BF0-AA16-6EBCF18779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5" name="Line 120">
                  <a:extLst>
                    <a:ext uri="{FF2B5EF4-FFF2-40B4-BE49-F238E27FC236}">
                      <a16:creationId xmlns:a16="http://schemas.microsoft.com/office/drawing/2014/main" id="{1747795E-1380-B3CF-5BFC-6DD4BA4D7E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6" name="Line 121">
                  <a:extLst>
                    <a:ext uri="{FF2B5EF4-FFF2-40B4-BE49-F238E27FC236}">
                      <a16:creationId xmlns:a16="http://schemas.microsoft.com/office/drawing/2014/main" id="{A423EBCC-C1AE-8618-B354-9A15518F9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7" name="Line 122">
                  <a:extLst>
                    <a:ext uri="{FF2B5EF4-FFF2-40B4-BE49-F238E27FC236}">
                      <a16:creationId xmlns:a16="http://schemas.microsoft.com/office/drawing/2014/main" id="{42F5B502-E5B5-6188-FE75-4FB69B81A7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8" name="Line 123">
                  <a:extLst>
                    <a:ext uri="{FF2B5EF4-FFF2-40B4-BE49-F238E27FC236}">
                      <a16:creationId xmlns:a16="http://schemas.microsoft.com/office/drawing/2014/main" id="{44CBF412-7EA3-C283-E2AD-1DB8A15804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79" name="Line 124">
                  <a:extLst>
                    <a:ext uri="{FF2B5EF4-FFF2-40B4-BE49-F238E27FC236}">
                      <a16:creationId xmlns:a16="http://schemas.microsoft.com/office/drawing/2014/main" id="{75ABAF50-1F22-3C81-D64C-C4FD598DA9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23" name="Group 125">
                <a:extLst>
                  <a:ext uri="{FF2B5EF4-FFF2-40B4-BE49-F238E27FC236}">
                    <a16:creationId xmlns:a16="http://schemas.microsoft.com/office/drawing/2014/main" id="{28AADBCF-BC63-8225-E2DF-1308AC58DC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590"/>
                <a:ext cx="1984" cy="118"/>
                <a:chOff x="-141" y="2876"/>
                <a:chExt cx="1984" cy="118"/>
              </a:xfrm>
            </p:grpSpPr>
            <p:grpSp>
              <p:nvGrpSpPr>
                <p:cNvPr id="25644" name="Group 126">
                  <a:extLst>
                    <a:ext uri="{FF2B5EF4-FFF2-40B4-BE49-F238E27FC236}">
                      <a16:creationId xmlns:a16="http://schemas.microsoft.com/office/drawing/2014/main" id="{5929F487-8599-EE8F-EDAB-9B87590EA6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661" name="Rectangle 127">
                    <a:extLst>
                      <a:ext uri="{FF2B5EF4-FFF2-40B4-BE49-F238E27FC236}">
                        <a16:creationId xmlns:a16="http://schemas.microsoft.com/office/drawing/2014/main" id="{35579D74-6F95-1A2A-7179-9CD9F5324A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662" name="Rectangle 128">
                    <a:extLst>
                      <a:ext uri="{FF2B5EF4-FFF2-40B4-BE49-F238E27FC236}">
                        <a16:creationId xmlns:a16="http://schemas.microsoft.com/office/drawing/2014/main" id="{3E34FE96-828A-5CD4-3E19-EB4CB507DC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645" name="Rectangle 129">
                  <a:extLst>
                    <a:ext uri="{FF2B5EF4-FFF2-40B4-BE49-F238E27FC236}">
                      <a16:creationId xmlns:a16="http://schemas.microsoft.com/office/drawing/2014/main" id="{CBF1C13B-D89A-5179-97FB-EAD6DD09F0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46" name="Line 130">
                  <a:extLst>
                    <a:ext uri="{FF2B5EF4-FFF2-40B4-BE49-F238E27FC236}">
                      <a16:creationId xmlns:a16="http://schemas.microsoft.com/office/drawing/2014/main" id="{C324C3FE-CE17-6737-7B8F-2294B89192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47" name="Line 131">
                  <a:extLst>
                    <a:ext uri="{FF2B5EF4-FFF2-40B4-BE49-F238E27FC236}">
                      <a16:creationId xmlns:a16="http://schemas.microsoft.com/office/drawing/2014/main" id="{313D5E76-B275-43CD-DE5A-FC156BF484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48" name="Line 132">
                  <a:extLst>
                    <a:ext uri="{FF2B5EF4-FFF2-40B4-BE49-F238E27FC236}">
                      <a16:creationId xmlns:a16="http://schemas.microsoft.com/office/drawing/2014/main" id="{EFEE6189-8F64-2F3A-1194-53DE830DF6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49" name="Line 133">
                  <a:extLst>
                    <a:ext uri="{FF2B5EF4-FFF2-40B4-BE49-F238E27FC236}">
                      <a16:creationId xmlns:a16="http://schemas.microsoft.com/office/drawing/2014/main" id="{B53D6B23-B4E8-9139-C34F-EB20CD9E1D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0" name="Line 134">
                  <a:extLst>
                    <a:ext uri="{FF2B5EF4-FFF2-40B4-BE49-F238E27FC236}">
                      <a16:creationId xmlns:a16="http://schemas.microsoft.com/office/drawing/2014/main" id="{03D08557-9736-536D-8CFD-74FDF4AE22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1" name="Line 135">
                  <a:extLst>
                    <a:ext uri="{FF2B5EF4-FFF2-40B4-BE49-F238E27FC236}">
                      <a16:creationId xmlns:a16="http://schemas.microsoft.com/office/drawing/2014/main" id="{01B718F9-0133-1B2B-1E97-54995411FA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2" name="Line 136">
                  <a:extLst>
                    <a:ext uri="{FF2B5EF4-FFF2-40B4-BE49-F238E27FC236}">
                      <a16:creationId xmlns:a16="http://schemas.microsoft.com/office/drawing/2014/main" id="{B84F272F-AB67-11E7-F915-3DC966EA8D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3" name="Line 137">
                  <a:extLst>
                    <a:ext uri="{FF2B5EF4-FFF2-40B4-BE49-F238E27FC236}">
                      <a16:creationId xmlns:a16="http://schemas.microsoft.com/office/drawing/2014/main" id="{57F81F12-19DA-FEC9-46D3-1A236E7814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4" name="Line 138">
                  <a:extLst>
                    <a:ext uri="{FF2B5EF4-FFF2-40B4-BE49-F238E27FC236}">
                      <a16:creationId xmlns:a16="http://schemas.microsoft.com/office/drawing/2014/main" id="{314EDF34-3FEA-0602-FB36-B29240CDC0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5" name="Line 139">
                  <a:extLst>
                    <a:ext uri="{FF2B5EF4-FFF2-40B4-BE49-F238E27FC236}">
                      <a16:creationId xmlns:a16="http://schemas.microsoft.com/office/drawing/2014/main" id="{CE1BB1AE-3F42-2487-29A3-19E7F704E0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6" name="Line 140">
                  <a:extLst>
                    <a:ext uri="{FF2B5EF4-FFF2-40B4-BE49-F238E27FC236}">
                      <a16:creationId xmlns:a16="http://schemas.microsoft.com/office/drawing/2014/main" id="{D4A84148-BCB9-0CD3-4AF6-E8D42AE6FE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7" name="Line 141">
                  <a:extLst>
                    <a:ext uri="{FF2B5EF4-FFF2-40B4-BE49-F238E27FC236}">
                      <a16:creationId xmlns:a16="http://schemas.microsoft.com/office/drawing/2014/main" id="{AC0F1761-D008-3460-1A0D-9685EAADE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8" name="Line 142">
                  <a:extLst>
                    <a:ext uri="{FF2B5EF4-FFF2-40B4-BE49-F238E27FC236}">
                      <a16:creationId xmlns:a16="http://schemas.microsoft.com/office/drawing/2014/main" id="{1B33051D-0478-8DD1-D96A-21C247213A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59" name="Line 143">
                  <a:extLst>
                    <a:ext uri="{FF2B5EF4-FFF2-40B4-BE49-F238E27FC236}">
                      <a16:creationId xmlns:a16="http://schemas.microsoft.com/office/drawing/2014/main" id="{118003C6-161C-6100-5B0A-D52599D5A8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60" name="Line 144">
                  <a:extLst>
                    <a:ext uri="{FF2B5EF4-FFF2-40B4-BE49-F238E27FC236}">
                      <a16:creationId xmlns:a16="http://schemas.microsoft.com/office/drawing/2014/main" id="{EF4BA20E-7FC1-5B72-558D-A4DB1C16C7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5624" name="Group 145">
                <a:extLst>
                  <a:ext uri="{FF2B5EF4-FFF2-40B4-BE49-F238E27FC236}">
                    <a16:creationId xmlns:a16="http://schemas.microsoft.com/office/drawing/2014/main" id="{5F56D1F0-8048-6B68-2725-FD941E0EC7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729"/>
                <a:ext cx="1984" cy="118"/>
                <a:chOff x="-141" y="2876"/>
                <a:chExt cx="1984" cy="118"/>
              </a:xfrm>
            </p:grpSpPr>
            <p:grpSp>
              <p:nvGrpSpPr>
                <p:cNvPr id="25625" name="Group 146">
                  <a:extLst>
                    <a:ext uri="{FF2B5EF4-FFF2-40B4-BE49-F238E27FC236}">
                      <a16:creationId xmlns:a16="http://schemas.microsoft.com/office/drawing/2014/main" id="{28BED19F-6D60-6B5B-815A-0577C69586E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642" name="Rectangle 147">
                    <a:extLst>
                      <a:ext uri="{FF2B5EF4-FFF2-40B4-BE49-F238E27FC236}">
                        <a16:creationId xmlns:a16="http://schemas.microsoft.com/office/drawing/2014/main" id="{26437F67-844A-05EB-C64B-D2AADAB5315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5643" name="Rectangle 148">
                    <a:extLst>
                      <a:ext uri="{FF2B5EF4-FFF2-40B4-BE49-F238E27FC236}">
                        <a16:creationId xmlns:a16="http://schemas.microsoft.com/office/drawing/2014/main" id="{F3EAA75E-7045-8B80-094F-804BF8E141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5626" name="Rectangle 149">
                  <a:extLst>
                    <a:ext uri="{FF2B5EF4-FFF2-40B4-BE49-F238E27FC236}">
                      <a16:creationId xmlns:a16="http://schemas.microsoft.com/office/drawing/2014/main" id="{D3440815-ECFF-2F0C-64FE-494D35CE63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5627" name="Line 150">
                  <a:extLst>
                    <a:ext uri="{FF2B5EF4-FFF2-40B4-BE49-F238E27FC236}">
                      <a16:creationId xmlns:a16="http://schemas.microsoft.com/office/drawing/2014/main" id="{9D0B09CB-A9E5-3A7A-D7C8-C395971816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28" name="Line 151">
                  <a:extLst>
                    <a:ext uri="{FF2B5EF4-FFF2-40B4-BE49-F238E27FC236}">
                      <a16:creationId xmlns:a16="http://schemas.microsoft.com/office/drawing/2014/main" id="{ADF823EE-420C-A9DC-7532-FDEC88CCE4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29" name="Line 152">
                  <a:extLst>
                    <a:ext uri="{FF2B5EF4-FFF2-40B4-BE49-F238E27FC236}">
                      <a16:creationId xmlns:a16="http://schemas.microsoft.com/office/drawing/2014/main" id="{E2956889-2572-2016-1A0A-DF807B136F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0" name="Line 153">
                  <a:extLst>
                    <a:ext uri="{FF2B5EF4-FFF2-40B4-BE49-F238E27FC236}">
                      <a16:creationId xmlns:a16="http://schemas.microsoft.com/office/drawing/2014/main" id="{050E372E-33EF-9512-EA0E-CC0F281D07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1" name="Line 154">
                  <a:extLst>
                    <a:ext uri="{FF2B5EF4-FFF2-40B4-BE49-F238E27FC236}">
                      <a16:creationId xmlns:a16="http://schemas.microsoft.com/office/drawing/2014/main" id="{5ABA8408-D74B-4754-C32F-E3E8E1B150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2" name="Line 155">
                  <a:extLst>
                    <a:ext uri="{FF2B5EF4-FFF2-40B4-BE49-F238E27FC236}">
                      <a16:creationId xmlns:a16="http://schemas.microsoft.com/office/drawing/2014/main" id="{73681FEF-9787-9ABD-AA78-393415B004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3" name="Line 156">
                  <a:extLst>
                    <a:ext uri="{FF2B5EF4-FFF2-40B4-BE49-F238E27FC236}">
                      <a16:creationId xmlns:a16="http://schemas.microsoft.com/office/drawing/2014/main" id="{E75E9E37-53F1-0414-5B49-51BC484519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4" name="Line 157">
                  <a:extLst>
                    <a:ext uri="{FF2B5EF4-FFF2-40B4-BE49-F238E27FC236}">
                      <a16:creationId xmlns:a16="http://schemas.microsoft.com/office/drawing/2014/main" id="{EE6B9C7D-E9CD-0357-3454-D76578EA40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5" name="Line 158">
                  <a:extLst>
                    <a:ext uri="{FF2B5EF4-FFF2-40B4-BE49-F238E27FC236}">
                      <a16:creationId xmlns:a16="http://schemas.microsoft.com/office/drawing/2014/main" id="{0050F482-DD20-6BC6-BF8E-9B02704FF6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6" name="Line 159">
                  <a:extLst>
                    <a:ext uri="{FF2B5EF4-FFF2-40B4-BE49-F238E27FC236}">
                      <a16:creationId xmlns:a16="http://schemas.microsoft.com/office/drawing/2014/main" id="{63E4069B-2E76-710B-E50D-27A30ED28A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7" name="Line 160">
                  <a:extLst>
                    <a:ext uri="{FF2B5EF4-FFF2-40B4-BE49-F238E27FC236}">
                      <a16:creationId xmlns:a16="http://schemas.microsoft.com/office/drawing/2014/main" id="{65ACEAF6-3DFA-5848-C4B3-4D148F3CD0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8" name="Line 161">
                  <a:extLst>
                    <a:ext uri="{FF2B5EF4-FFF2-40B4-BE49-F238E27FC236}">
                      <a16:creationId xmlns:a16="http://schemas.microsoft.com/office/drawing/2014/main" id="{140A7826-6BF5-1487-911E-37E7BA4B30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39" name="Line 162">
                  <a:extLst>
                    <a:ext uri="{FF2B5EF4-FFF2-40B4-BE49-F238E27FC236}">
                      <a16:creationId xmlns:a16="http://schemas.microsoft.com/office/drawing/2014/main" id="{FB825E3D-1CA6-E087-9AB7-B57D72EC74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40" name="Line 163">
                  <a:extLst>
                    <a:ext uri="{FF2B5EF4-FFF2-40B4-BE49-F238E27FC236}">
                      <a16:creationId xmlns:a16="http://schemas.microsoft.com/office/drawing/2014/main" id="{02DD4953-9D54-B976-B728-CA5337E481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5641" name="Line 164">
                  <a:extLst>
                    <a:ext uri="{FF2B5EF4-FFF2-40B4-BE49-F238E27FC236}">
                      <a16:creationId xmlns:a16="http://schemas.microsoft.com/office/drawing/2014/main" id="{3DC58CD2-4C26-03BB-EE79-74F343AF69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</p:grpSp>
      </p:grpSp>
      <p:grpSp>
        <p:nvGrpSpPr>
          <p:cNvPr id="25604" name="Group 165">
            <a:extLst>
              <a:ext uri="{FF2B5EF4-FFF2-40B4-BE49-F238E27FC236}">
                <a16:creationId xmlns:a16="http://schemas.microsoft.com/office/drawing/2014/main" id="{C0364CA6-E9E0-6EF4-91A6-6F12081BE834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4221163"/>
            <a:ext cx="2592387" cy="2166937"/>
            <a:chOff x="991" y="1935"/>
            <a:chExt cx="1688" cy="1226"/>
          </a:xfrm>
        </p:grpSpPr>
        <p:sp>
          <p:nvSpPr>
            <p:cNvPr id="25608" name="Rectangle 166">
              <a:extLst>
                <a:ext uri="{FF2B5EF4-FFF2-40B4-BE49-F238E27FC236}">
                  <a16:creationId xmlns:a16="http://schemas.microsoft.com/office/drawing/2014/main" id="{27CC2236-F07A-EBF9-354B-655A039B5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2425"/>
              <a:ext cx="1687" cy="434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Cache</a:t>
              </a:r>
            </a:p>
          </p:txBody>
        </p:sp>
        <p:sp>
          <p:nvSpPr>
            <p:cNvPr id="25609" name="Rectangle 167">
              <a:extLst>
                <a:ext uri="{FF2B5EF4-FFF2-40B4-BE49-F238E27FC236}">
                  <a16:creationId xmlns:a16="http://schemas.microsoft.com/office/drawing/2014/main" id="{54FF0E84-FA2E-F32E-5E9B-3AD9A4427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1935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5610" name="Rectangle 168">
              <a:extLst>
                <a:ext uri="{FF2B5EF4-FFF2-40B4-BE49-F238E27FC236}">
                  <a16:creationId xmlns:a16="http://schemas.microsoft.com/office/drawing/2014/main" id="{C8E23DAC-2A8E-ECE3-4045-CBD2B0F8C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1935"/>
              <a:ext cx="836" cy="463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Control</a:t>
              </a:r>
            </a:p>
          </p:txBody>
        </p:sp>
        <p:sp>
          <p:nvSpPr>
            <p:cNvPr id="25611" name="Rectangle 169">
              <a:extLst>
                <a:ext uri="{FF2B5EF4-FFF2-40B4-BE49-F238E27FC236}">
                  <a16:creationId xmlns:a16="http://schemas.microsoft.com/office/drawing/2014/main" id="{505F3525-F3D9-FDA7-0FB9-1F50AEE71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2178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5612" name="Rectangle 170">
              <a:extLst>
                <a:ext uri="{FF2B5EF4-FFF2-40B4-BE49-F238E27FC236}">
                  <a16:creationId xmlns:a16="http://schemas.microsoft.com/office/drawing/2014/main" id="{61462E9A-145E-B54C-C2E4-417C79D7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1935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5613" name="Rectangle 171">
              <a:extLst>
                <a:ext uri="{FF2B5EF4-FFF2-40B4-BE49-F238E27FC236}">
                  <a16:creationId xmlns:a16="http://schemas.microsoft.com/office/drawing/2014/main" id="{752DB2D7-E273-C6FF-5EC7-19D292FE5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178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5614" name="Rectangle 172">
              <a:extLst>
                <a:ext uri="{FF2B5EF4-FFF2-40B4-BE49-F238E27FC236}">
                  <a16:creationId xmlns:a16="http://schemas.microsoft.com/office/drawing/2014/main" id="{574DB167-2DCA-F1AB-866D-7F2AE8BD8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2950"/>
              <a:ext cx="1687" cy="2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</a:rPr>
                <a:t>DRAM</a:t>
              </a:r>
            </a:p>
          </p:txBody>
        </p:sp>
      </p:grpSp>
      <p:sp>
        <p:nvSpPr>
          <p:cNvPr id="25605" name="TextBox 174">
            <a:extLst>
              <a:ext uri="{FF2B5EF4-FFF2-40B4-BE49-F238E27FC236}">
                <a16:creationId xmlns:a16="http://schemas.microsoft.com/office/drawing/2014/main" id="{07B6EC8F-21DA-9F76-0701-A58B699D8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589588"/>
            <a:ext cx="703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>
                <a:latin typeface="HY견고딕" pitchFamily="18" charset="-127"/>
                <a:ea typeface="HY견고딕" pitchFamily="18" charset="-127"/>
              </a:rPr>
              <a:t>CPU</a:t>
            </a:r>
            <a:endParaRPr lang="ko-KR" altLang="en-US" sz="1800" b="1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5606" name="TextBox 175">
            <a:extLst>
              <a:ext uri="{FF2B5EF4-FFF2-40B4-BE49-F238E27FC236}">
                <a16:creationId xmlns:a16="http://schemas.microsoft.com/office/drawing/2014/main" id="{21A189C5-9CAE-72DD-7490-00754C589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589588"/>
            <a:ext cx="714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>
                <a:latin typeface="HY견고딕" pitchFamily="18" charset="-127"/>
                <a:ea typeface="HY견고딕" pitchFamily="18" charset="-127"/>
              </a:rPr>
              <a:t>GPU</a:t>
            </a:r>
            <a:endParaRPr lang="ko-KR" altLang="en-US" sz="1800" b="1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5607" name="TextBox 176">
            <a:extLst>
              <a:ext uri="{FF2B5EF4-FFF2-40B4-BE49-F238E27FC236}">
                <a16:creationId xmlns:a16="http://schemas.microsoft.com/office/drawing/2014/main" id="{21727B14-464E-20C6-FB5F-5389C8FBA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354763"/>
            <a:ext cx="6486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 u="sng"/>
              <a:t>CPU vs GPU : fundamentally different design philosophies</a:t>
            </a:r>
            <a:endParaRPr lang="ko-KR" altLang="en-US" sz="1800" b="1" u="sng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>
            <a:extLst>
              <a:ext uri="{FF2B5EF4-FFF2-40B4-BE49-F238E27FC236}">
                <a16:creationId xmlns:a16="http://schemas.microsoft.com/office/drawing/2014/main" id="{C516110D-B785-B1B2-B7DF-5E57ABEF6F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CPU vs GPU</a:t>
            </a:r>
            <a:endParaRPr lang="ko-KR" altLang="en-US" sz="4000" b="1" u="sng"/>
          </a:p>
        </p:txBody>
      </p:sp>
      <p:sp>
        <p:nvSpPr>
          <p:cNvPr id="26626" name="내용 개체 틀 2">
            <a:extLst>
              <a:ext uri="{FF2B5EF4-FFF2-40B4-BE49-F238E27FC236}">
                <a16:creationId xmlns:a16="http://schemas.microsoft.com/office/drawing/2014/main" id="{D7B694FA-2F56-A6A7-ABA2-929CE27BF3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GPU: </a:t>
            </a:r>
            <a:r>
              <a:rPr lang="en-US" altLang="ko-KR" sz="2000"/>
              <a:t>Optimized for execution throughput of multiple threads</a:t>
            </a:r>
          </a:p>
          <a:p>
            <a:pPr lvl="1"/>
            <a:r>
              <a:rPr lang="en-US" altLang="ko-KR" sz="2000"/>
              <a:t>Originally for fast (3D) video game</a:t>
            </a:r>
          </a:p>
          <a:p>
            <a:pPr lvl="2"/>
            <a:r>
              <a:rPr lang="en-US" altLang="ko-KR" sz="1700"/>
              <a:t>Requires a massive number of floating-point calculations per frame</a:t>
            </a:r>
          </a:p>
          <a:p>
            <a:pPr lvl="1"/>
            <a:r>
              <a:rPr lang="en-US" altLang="ko-KR" sz="2000"/>
              <a:t>Minimize control logic and cache memory</a:t>
            </a:r>
          </a:p>
          <a:p>
            <a:pPr lvl="2"/>
            <a:r>
              <a:rPr lang="en-US" altLang="ko-KR" sz="1700"/>
              <a:t>Much more chip area is dedicated to the floating-point calculations</a:t>
            </a:r>
          </a:p>
          <a:p>
            <a:pPr lvl="2"/>
            <a:r>
              <a:rPr lang="en-US" altLang="ko-KR" sz="1700"/>
              <a:t>Boost memory throughput</a:t>
            </a:r>
          </a:p>
          <a:p>
            <a:pPr lvl="1"/>
            <a:r>
              <a:rPr lang="en-US" altLang="ko-KR" sz="2000"/>
              <a:t>Energy Efficient ALU</a:t>
            </a:r>
          </a:p>
          <a:p>
            <a:pPr lvl="1"/>
            <a:r>
              <a:rPr lang="en-US" altLang="ko-KR" sz="2000"/>
              <a:t>Designed as (data parallel) numeric computing engines</a:t>
            </a:r>
          </a:p>
        </p:txBody>
      </p:sp>
      <p:grpSp>
        <p:nvGrpSpPr>
          <p:cNvPr id="26627" name="Group 2">
            <a:extLst>
              <a:ext uri="{FF2B5EF4-FFF2-40B4-BE49-F238E27FC236}">
                <a16:creationId xmlns:a16="http://schemas.microsoft.com/office/drawing/2014/main" id="{43EBE332-FF72-1E20-F02A-0C8093C27932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508500"/>
            <a:ext cx="2160588" cy="1879600"/>
            <a:chOff x="3044" y="1052"/>
            <a:chExt cx="1987" cy="1441"/>
          </a:xfrm>
        </p:grpSpPr>
        <p:sp>
          <p:nvSpPr>
            <p:cNvPr id="26639" name="Rectangle 3">
              <a:extLst>
                <a:ext uri="{FF2B5EF4-FFF2-40B4-BE49-F238E27FC236}">
                  <a16:creationId xmlns:a16="http://schemas.microsoft.com/office/drawing/2014/main" id="{62E4DFD5-58A0-1D1B-064F-02A2FD484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" y="2245"/>
              <a:ext cx="1987" cy="24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</a:rPr>
                <a:t>DRAM</a:t>
              </a:r>
            </a:p>
          </p:txBody>
        </p:sp>
        <p:grpSp>
          <p:nvGrpSpPr>
            <p:cNvPr id="26640" name="Group 4">
              <a:extLst>
                <a:ext uri="{FF2B5EF4-FFF2-40B4-BE49-F238E27FC236}">
                  <a16:creationId xmlns:a16="http://schemas.microsoft.com/office/drawing/2014/main" id="{89401AE4-4D1E-7342-0A17-9037FF3D7E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46" y="1052"/>
              <a:ext cx="1984" cy="1086"/>
              <a:chOff x="1888" y="2761"/>
              <a:chExt cx="1984" cy="1086"/>
            </a:xfrm>
          </p:grpSpPr>
          <p:grpSp>
            <p:nvGrpSpPr>
              <p:cNvPr id="26641" name="Group 5">
                <a:extLst>
                  <a:ext uri="{FF2B5EF4-FFF2-40B4-BE49-F238E27FC236}">
                    <a16:creationId xmlns:a16="http://schemas.microsoft.com/office/drawing/2014/main" id="{39270C47-BBCF-9E72-E8EE-221F050A52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2761"/>
                <a:ext cx="1984" cy="118"/>
                <a:chOff x="-141" y="2876"/>
                <a:chExt cx="1984" cy="118"/>
              </a:xfrm>
            </p:grpSpPr>
            <p:grpSp>
              <p:nvGrpSpPr>
                <p:cNvPr id="26782" name="Group 6">
                  <a:extLst>
                    <a:ext uri="{FF2B5EF4-FFF2-40B4-BE49-F238E27FC236}">
                      <a16:creationId xmlns:a16="http://schemas.microsoft.com/office/drawing/2014/main" id="{D2C34BE1-E808-FDD1-F8F3-A07F65519E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99" name="Rectangle 7">
                    <a:extLst>
                      <a:ext uri="{FF2B5EF4-FFF2-40B4-BE49-F238E27FC236}">
                        <a16:creationId xmlns:a16="http://schemas.microsoft.com/office/drawing/2014/main" id="{776EB388-C6B8-42C3-062E-F80D4009C4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800" name="Rectangle 8">
                    <a:extLst>
                      <a:ext uri="{FF2B5EF4-FFF2-40B4-BE49-F238E27FC236}">
                        <a16:creationId xmlns:a16="http://schemas.microsoft.com/office/drawing/2014/main" id="{23E35C88-CF4F-726D-156B-3F3450A094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783" name="Rectangle 9">
                  <a:extLst>
                    <a:ext uri="{FF2B5EF4-FFF2-40B4-BE49-F238E27FC236}">
                      <a16:creationId xmlns:a16="http://schemas.microsoft.com/office/drawing/2014/main" id="{1C6F91EB-3BF9-717C-4928-00127B9449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84" name="Line 10">
                  <a:extLst>
                    <a:ext uri="{FF2B5EF4-FFF2-40B4-BE49-F238E27FC236}">
                      <a16:creationId xmlns:a16="http://schemas.microsoft.com/office/drawing/2014/main" id="{6F713DFC-494E-BF4E-0246-7A33DBF067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85" name="Line 11">
                  <a:extLst>
                    <a:ext uri="{FF2B5EF4-FFF2-40B4-BE49-F238E27FC236}">
                      <a16:creationId xmlns:a16="http://schemas.microsoft.com/office/drawing/2014/main" id="{F450871D-EA06-0A90-40A8-7B3CC52B48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86" name="Line 12">
                  <a:extLst>
                    <a:ext uri="{FF2B5EF4-FFF2-40B4-BE49-F238E27FC236}">
                      <a16:creationId xmlns:a16="http://schemas.microsoft.com/office/drawing/2014/main" id="{42A05A97-5502-A498-9BE9-1FFEC90BD0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87" name="Line 13">
                  <a:extLst>
                    <a:ext uri="{FF2B5EF4-FFF2-40B4-BE49-F238E27FC236}">
                      <a16:creationId xmlns:a16="http://schemas.microsoft.com/office/drawing/2014/main" id="{FA0EB91C-9930-F35E-DE5A-0CEAB83EE8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88" name="Line 14">
                  <a:extLst>
                    <a:ext uri="{FF2B5EF4-FFF2-40B4-BE49-F238E27FC236}">
                      <a16:creationId xmlns:a16="http://schemas.microsoft.com/office/drawing/2014/main" id="{F558306E-501B-E116-CA6C-5F445A7167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89" name="Line 15">
                  <a:extLst>
                    <a:ext uri="{FF2B5EF4-FFF2-40B4-BE49-F238E27FC236}">
                      <a16:creationId xmlns:a16="http://schemas.microsoft.com/office/drawing/2014/main" id="{B9936F80-0519-B76A-45EF-0B2EA79D67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0" name="Line 16">
                  <a:extLst>
                    <a:ext uri="{FF2B5EF4-FFF2-40B4-BE49-F238E27FC236}">
                      <a16:creationId xmlns:a16="http://schemas.microsoft.com/office/drawing/2014/main" id="{C9A968A5-3C41-EEF2-770A-CDCEE54D29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1" name="Line 17">
                  <a:extLst>
                    <a:ext uri="{FF2B5EF4-FFF2-40B4-BE49-F238E27FC236}">
                      <a16:creationId xmlns:a16="http://schemas.microsoft.com/office/drawing/2014/main" id="{66A4A3D2-4956-EA05-8FEE-15469EB2D6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2" name="Line 18">
                  <a:extLst>
                    <a:ext uri="{FF2B5EF4-FFF2-40B4-BE49-F238E27FC236}">
                      <a16:creationId xmlns:a16="http://schemas.microsoft.com/office/drawing/2014/main" id="{28010A3F-09F8-A310-7345-966CA41A6A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3" name="Line 19">
                  <a:extLst>
                    <a:ext uri="{FF2B5EF4-FFF2-40B4-BE49-F238E27FC236}">
                      <a16:creationId xmlns:a16="http://schemas.microsoft.com/office/drawing/2014/main" id="{D077FEEB-A4C4-08B9-D606-44BD0B0D4B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4" name="Line 20">
                  <a:extLst>
                    <a:ext uri="{FF2B5EF4-FFF2-40B4-BE49-F238E27FC236}">
                      <a16:creationId xmlns:a16="http://schemas.microsoft.com/office/drawing/2014/main" id="{1D634829-856C-2F12-52B5-865188ED75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5" name="Line 21">
                  <a:extLst>
                    <a:ext uri="{FF2B5EF4-FFF2-40B4-BE49-F238E27FC236}">
                      <a16:creationId xmlns:a16="http://schemas.microsoft.com/office/drawing/2014/main" id="{643825C6-7858-B360-E992-321CBB9BC8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6" name="Line 22">
                  <a:extLst>
                    <a:ext uri="{FF2B5EF4-FFF2-40B4-BE49-F238E27FC236}">
                      <a16:creationId xmlns:a16="http://schemas.microsoft.com/office/drawing/2014/main" id="{7D8265F2-672C-556D-7310-03D1767905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7" name="Line 23">
                  <a:extLst>
                    <a:ext uri="{FF2B5EF4-FFF2-40B4-BE49-F238E27FC236}">
                      <a16:creationId xmlns:a16="http://schemas.microsoft.com/office/drawing/2014/main" id="{9BEA288E-B36C-C5BF-509D-C776E00CF3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98" name="Line 24">
                  <a:extLst>
                    <a:ext uri="{FF2B5EF4-FFF2-40B4-BE49-F238E27FC236}">
                      <a16:creationId xmlns:a16="http://schemas.microsoft.com/office/drawing/2014/main" id="{916F30D8-2C20-3E1D-70C1-A3E0FB1578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2" name="Group 25">
                <a:extLst>
                  <a:ext uri="{FF2B5EF4-FFF2-40B4-BE49-F238E27FC236}">
                    <a16:creationId xmlns:a16="http://schemas.microsoft.com/office/drawing/2014/main" id="{528C091D-0EFD-47FB-6FF8-E8336455CA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2899"/>
                <a:ext cx="1984" cy="118"/>
                <a:chOff x="-141" y="2876"/>
                <a:chExt cx="1984" cy="118"/>
              </a:xfrm>
            </p:grpSpPr>
            <p:grpSp>
              <p:nvGrpSpPr>
                <p:cNvPr id="26763" name="Group 26">
                  <a:extLst>
                    <a:ext uri="{FF2B5EF4-FFF2-40B4-BE49-F238E27FC236}">
                      <a16:creationId xmlns:a16="http://schemas.microsoft.com/office/drawing/2014/main" id="{E2CFA55B-656D-99D2-FF92-6B13C75AF77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80" name="Rectangle 27">
                    <a:extLst>
                      <a:ext uri="{FF2B5EF4-FFF2-40B4-BE49-F238E27FC236}">
                        <a16:creationId xmlns:a16="http://schemas.microsoft.com/office/drawing/2014/main" id="{A071F8D9-D3CC-157A-9EB6-0A6335EA72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781" name="Rectangle 28">
                    <a:extLst>
                      <a:ext uri="{FF2B5EF4-FFF2-40B4-BE49-F238E27FC236}">
                        <a16:creationId xmlns:a16="http://schemas.microsoft.com/office/drawing/2014/main" id="{C7BED958-2CB7-5F36-E138-70F1E75D7D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764" name="Rectangle 29">
                  <a:extLst>
                    <a:ext uri="{FF2B5EF4-FFF2-40B4-BE49-F238E27FC236}">
                      <a16:creationId xmlns:a16="http://schemas.microsoft.com/office/drawing/2014/main" id="{43D61ABE-2742-1B12-5EA4-7912D73F32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65" name="Line 30">
                  <a:extLst>
                    <a:ext uri="{FF2B5EF4-FFF2-40B4-BE49-F238E27FC236}">
                      <a16:creationId xmlns:a16="http://schemas.microsoft.com/office/drawing/2014/main" id="{983626B2-C099-FA76-B1A5-E0782C9E00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66" name="Line 31">
                  <a:extLst>
                    <a:ext uri="{FF2B5EF4-FFF2-40B4-BE49-F238E27FC236}">
                      <a16:creationId xmlns:a16="http://schemas.microsoft.com/office/drawing/2014/main" id="{FD0F279B-C621-274F-ECAA-19FD6BDE63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67" name="Line 32">
                  <a:extLst>
                    <a:ext uri="{FF2B5EF4-FFF2-40B4-BE49-F238E27FC236}">
                      <a16:creationId xmlns:a16="http://schemas.microsoft.com/office/drawing/2014/main" id="{0AFBF9DC-8E20-3207-E505-F400A98ACC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68" name="Line 33">
                  <a:extLst>
                    <a:ext uri="{FF2B5EF4-FFF2-40B4-BE49-F238E27FC236}">
                      <a16:creationId xmlns:a16="http://schemas.microsoft.com/office/drawing/2014/main" id="{BC154362-F0B6-51CC-52C8-A91187573B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69" name="Line 34">
                  <a:extLst>
                    <a:ext uri="{FF2B5EF4-FFF2-40B4-BE49-F238E27FC236}">
                      <a16:creationId xmlns:a16="http://schemas.microsoft.com/office/drawing/2014/main" id="{3DDD47E3-C2E8-0BDB-4417-7B402CF475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0" name="Line 35">
                  <a:extLst>
                    <a:ext uri="{FF2B5EF4-FFF2-40B4-BE49-F238E27FC236}">
                      <a16:creationId xmlns:a16="http://schemas.microsoft.com/office/drawing/2014/main" id="{AC680886-A7BF-9FCF-6ABC-FC360714F5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1" name="Line 36">
                  <a:extLst>
                    <a:ext uri="{FF2B5EF4-FFF2-40B4-BE49-F238E27FC236}">
                      <a16:creationId xmlns:a16="http://schemas.microsoft.com/office/drawing/2014/main" id="{57140CAC-E3CB-3F49-CF88-8D67C1119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2" name="Line 37">
                  <a:extLst>
                    <a:ext uri="{FF2B5EF4-FFF2-40B4-BE49-F238E27FC236}">
                      <a16:creationId xmlns:a16="http://schemas.microsoft.com/office/drawing/2014/main" id="{69A933D4-B56B-A0B5-2BC5-2B85F38F29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3" name="Line 38">
                  <a:extLst>
                    <a:ext uri="{FF2B5EF4-FFF2-40B4-BE49-F238E27FC236}">
                      <a16:creationId xmlns:a16="http://schemas.microsoft.com/office/drawing/2014/main" id="{BA4C0C67-A033-259F-BCFD-00D1DF7BFE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4" name="Line 39">
                  <a:extLst>
                    <a:ext uri="{FF2B5EF4-FFF2-40B4-BE49-F238E27FC236}">
                      <a16:creationId xmlns:a16="http://schemas.microsoft.com/office/drawing/2014/main" id="{9801F396-8831-71C9-A83C-D730506B5A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5" name="Line 40">
                  <a:extLst>
                    <a:ext uri="{FF2B5EF4-FFF2-40B4-BE49-F238E27FC236}">
                      <a16:creationId xmlns:a16="http://schemas.microsoft.com/office/drawing/2014/main" id="{997A3C86-2293-4BAD-05A0-79FDC4BB2A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6" name="Line 41">
                  <a:extLst>
                    <a:ext uri="{FF2B5EF4-FFF2-40B4-BE49-F238E27FC236}">
                      <a16:creationId xmlns:a16="http://schemas.microsoft.com/office/drawing/2014/main" id="{9716CFFF-7E25-84C8-0BDD-59BD62CEFE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7" name="Line 42">
                  <a:extLst>
                    <a:ext uri="{FF2B5EF4-FFF2-40B4-BE49-F238E27FC236}">
                      <a16:creationId xmlns:a16="http://schemas.microsoft.com/office/drawing/2014/main" id="{4077C483-CB91-7B16-6DC9-5CD94B6F67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8" name="Line 43">
                  <a:extLst>
                    <a:ext uri="{FF2B5EF4-FFF2-40B4-BE49-F238E27FC236}">
                      <a16:creationId xmlns:a16="http://schemas.microsoft.com/office/drawing/2014/main" id="{13B23B89-3007-BB9E-B953-856FE3E5CD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79" name="Line 44">
                  <a:extLst>
                    <a:ext uri="{FF2B5EF4-FFF2-40B4-BE49-F238E27FC236}">
                      <a16:creationId xmlns:a16="http://schemas.microsoft.com/office/drawing/2014/main" id="{C693D25E-9E10-C004-640F-C86D5F19FA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3" name="Group 45">
                <a:extLst>
                  <a:ext uri="{FF2B5EF4-FFF2-40B4-BE49-F238E27FC236}">
                    <a16:creationId xmlns:a16="http://schemas.microsoft.com/office/drawing/2014/main" id="{86C99170-D303-09BA-5896-D308F35EF5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037"/>
                <a:ext cx="1984" cy="118"/>
                <a:chOff x="-141" y="2876"/>
                <a:chExt cx="1984" cy="118"/>
              </a:xfrm>
            </p:grpSpPr>
            <p:grpSp>
              <p:nvGrpSpPr>
                <p:cNvPr id="26744" name="Group 46">
                  <a:extLst>
                    <a:ext uri="{FF2B5EF4-FFF2-40B4-BE49-F238E27FC236}">
                      <a16:creationId xmlns:a16="http://schemas.microsoft.com/office/drawing/2014/main" id="{2B51F538-B09D-0325-EC93-934FBBD13A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61" name="Rectangle 47">
                    <a:extLst>
                      <a:ext uri="{FF2B5EF4-FFF2-40B4-BE49-F238E27FC236}">
                        <a16:creationId xmlns:a16="http://schemas.microsoft.com/office/drawing/2014/main" id="{D5B222C2-A770-8972-F627-8482D8C73F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762" name="Rectangle 48">
                    <a:extLst>
                      <a:ext uri="{FF2B5EF4-FFF2-40B4-BE49-F238E27FC236}">
                        <a16:creationId xmlns:a16="http://schemas.microsoft.com/office/drawing/2014/main" id="{9D1C63C7-70A5-729F-88D5-EA6EE2BC59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745" name="Rectangle 49">
                  <a:extLst>
                    <a:ext uri="{FF2B5EF4-FFF2-40B4-BE49-F238E27FC236}">
                      <a16:creationId xmlns:a16="http://schemas.microsoft.com/office/drawing/2014/main" id="{FE9BC2D5-2B8F-17A1-9A02-E75BD749BB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46" name="Line 50">
                  <a:extLst>
                    <a:ext uri="{FF2B5EF4-FFF2-40B4-BE49-F238E27FC236}">
                      <a16:creationId xmlns:a16="http://schemas.microsoft.com/office/drawing/2014/main" id="{3529F1FE-F31A-0A3A-4A93-B863756F36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47" name="Line 51">
                  <a:extLst>
                    <a:ext uri="{FF2B5EF4-FFF2-40B4-BE49-F238E27FC236}">
                      <a16:creationId xmlns:a16="http://schemas.microsoft.com/office/drawing/2014/main" id="{3446B68C-B8A3-009A-CFFC-0606E74F05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48" name="Line 52">
                  <a:extLst>
                    <a:ext uri="{FF2B5EF4-FFF2-40B4-BE49-F238E27FC236}">
                      <a16:creationId xmlns:a16="http://schemas.microsoft.com/office/drawing/2014/main" id="{7AD8B8FC-C359-CB96-7B35-D00ED4475F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49" name="Line 53">
                  <a:extLst>
                    <a:ext uri="{FF2B5EF4-FFF2-40B4-BE49-F238E27FC236}">
                      <a16:creationId xmlns:a16="http://schemas.microsoft.com/office/drawing/2014/main" id="{D94CDE47-622B-8003-4E8A-16B53A575C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0" name="Line 54">
                  <a:extLst>
                    <a:ext uri="{FF2B5EF4-FFF2-40B4-BE49-F238E27FC236}">
                      <a16:creationId xmlns:a16="http://schemas.microsoft.com/office/drawing/2014/main" id="{016FCEB9-D583-07CD-AC9E-DB59E14D6A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1" name="Line 55">
                  <a:extLst>
                    <a:ext uri="{FF2B5EF4-FFF2-40B4-BE49-F238E27FC236}">
                      <a16:creationId xmlns:a16="http://schemas.microsoft.com/office/drawing/2014/main" id="{D9C18770-E71E-6948-A3EF-682DF7D52B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2" name="Line 56">
                  <a:extLst>
                    <a:ext uri="{FF2B5EF4-FFF2-40B4-BE49-F238E27FC236}">
                      <a16:creationId xmlns:a16="http://schemas.microsoft.com/office/drawing/2014/main" id="{D20DA9C4-BE73-6BB2-2756-6A134E19E0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3" name="Line 57">
                  <a:extLst>
                    <a:ext uri="{FF2B5EF4-FFF2-40B4-BE49-F238E27FC236}">
                      <a16:creationId xmlns:a16="http://schemas.microsoft.com/office/drawing/2014/main" id="{8C8F0CA3-78AA-9696-AF87-B3AD49147F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4" name="Line 58">
                  <a:extLst>
                    <a:ext uri="{FF2B5EF4-FFF2-40B4-BE49-F238E27FC236}">
                      <a16:creationId xmlns:a16="http://schemas.microsoft.com/office/drawing/2014/main" id="{541B76F4-769C-6E8D-65BC-EC9240C1E0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5" name="Line 59">
                  <a:extLst>
                    <a:ext uri="{FF2B5EF4-FFF2-40B4-BE49-F238E27FC236}">
                      <a16:creationId xmlns:a16="http://schemas.microsoft.com/office/drawing/2014/main" id="{A058CDD5-8124-39AF-8F90-8A079D8A6D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6" name="Line 60">
                  <a:extLst>
                    <a:ext uri="{FF2B5EF4-FFF2-40B4-BE49-F238E27FC236}">
                      <a16:creationId xmlns:a16="http://schemas.microsoft.com/office/drawing/2014/main" id="{23932D85-86C3-DFEF-0727-F76CD8F6FA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7" name="Line 61">
                  <a:extLst>
                    <a:ext uri="{FF2B5EF4-FFF2-40B4-BE49-F238E27FC236}">
                      <a16:creationId xmlns:a16="http://schemas.microsoft.com/office/drawing/2014/main" id="{E1ECF646-36E3-9332-79B2-9CCC1F3D0F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8" name="Line 62">
                  <a:extLst>
                    <a:ext uri="{FF2B5EF4-FFF2-40B4-BE49-F238E27FC236}">
                      <a16:creationId xmlns:a16="http://schemas.microsoft.com/office/drawing/2014/main" id="{A4EE8AA7-1395-5BE5-8BF5-289A31E8B5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59" name="Line 63">
                  <a:extLst>
                    <a:ext uri="{FF2B5EF4-FFF2-40B4-BE49-F238E27FC236}">
                      <a16:creationId xmlns:a16="http://schemas.microsoft.com/office/drawing/2014/main" id="{ED208270-9AD2-6818-89F2-4C91C7FF58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60" name="Line 64">
                  <a:extLst>
                    <a:ext uri="{FF2B5EF4-FFF2-40B4-BE49-F238E27FC236}">
                      <a16:creationId xmlns:a16="http://schemas.microsoft.com/office/drawing/2014/main" id="{EEB8393F-A58C-4D64-C938-07500B2A5A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4" name="Group 65">
                <a:extLst>
                  <a:ext uri="{FF2B5EF4-FFF2-40B4-BE49-F238E27FC236}">
                    <a16:creationId xmlns:a16="http://schemas.microsoft.com/office/drawing/2014/main" id="{F151C5EB-592D-03CE-8A5E-070446D559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175"/>
                <a:ext cx="1984" cy="118"/>
                <a:chOff x="-141" y="2876"/>
                <a:chExt cx="1984" cy="118"/>
              </a:xfrm>
            </p:grpSpPr>
            <p:grpSp>
              <p:nvGrpSpPr>
                <p:cNvPr id="26725" name="Group 66">
                  <a:extLst>
                    <a:ext uri="{FF2B5EF4-FFF2-40B4-BE49-F238E27FC236}">
                      <a16:creationId xmlns:a16="http://schemas.microsoft.com/office/drawing/2014/main" id="{C3493331-9D8F-BD6A-528A-45F3539435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42" name="Rectangle 67">
                    <a:extLst>
                      <a:ext uri="{FF2B5EF4-FFF2-40B4-BE49-F238E27FC236}">
                        <a16:creationId xmlns:a16="http://schemas.microsoft.com/office/drawing/2014/main" id="{C14E8D9D-DF53-5A6D-9E8C-01EB7F35BA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743" name="Rectangle 68">
                    <a:extLst>
                      <a:ext uri="{FF2B5EF4-FFF2-40B4-BE49-F238E27FC236}">
                        <a16:creationId xmlns:a16="http://schemas.microsoft.com/office/drawing/2014/main" id="{EA29643D-C409-BFAA-5E1C-F146FB3DAD3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726" name="Rectangle 69">
                  <a:extLst>
                    <a:ext uri="{FF2B5EF4-FFF2-40B4-BE49-F238E27FC236}">
                      <a16:creationId xmlns:a16="http://schemas.microsoft.com/office/drawing/2014/main" id="{52C1D827-1CD8-ACF1-41FE-1BD9307B1E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27" name="Line 70">
                  <a:extLst>
                    <a:ext uri="{FF2B5EF4-FFF2-40B4-BE49-F238E27FC236}">
                      <a16:creationId xmlns:a16="http://schemas.microsoft.com/office/drawing/2014/main" id="{09C4D002-1E54-2FF8-C4AF-6643EFA806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28" name="Line 71">
                  <a:extLst>
                    <a:ext uri="{FF2B5EF4-FFF2-40B4-BE49-F238E27FC236}">
                      <a16:creationId xmlns:a16="http://schemas.microsoft.com/office/drawing/2014/main" id="{D22A2636-9F9A-DBE6-E141-C092D83E96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29" name="Line 72">
                  <a:extLst>
                    <a:ext uri="{FF2B5EF4-FFF2-40B4-BE49-F238E27FC236}">
                      <a16:creationId xmlns:a16="http://schemas.microsoft.com/office/drawing/2014/main" id="{99701B04-79C3-2DC4-BCFA-3CDB0A3AB1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0" name="Line 73">
                  <a:extLst>
                    <a:ext uri="{FF2B5EF4-FFF2-40B4-BE49-F238E27FC236}">
                      <a16:creationId xmlns:a16="http://schemas.microsoft.com/office/drawing/2014/main" id="{41144189-4C35-B05A-633D-B894BE5845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1" name="Line 74">
                  <a:extLst>
                    <a:ext uri="{FF2B5EF4-FFF2-40B4-BE49-F238E27FC236}">
                      <a16:creationId xmlns:a16="http://schemas.microsoft.com/office/drawing/2014/main" id="{A3234491-CB3B-0A2E-3959-D858B50FDC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2" name="Line 75">
                  <a:extLst>
                    <a:ext uri="{FF2B5EF4-FFF2-40B4-BE49-F238E27FC236}">
                      <a16:creationId xmlns:a16="http://schemas.microsoft.com/office/drawing/2014/main" id="{CCD33BA2-4D67-5713-1112-E8761B6B9D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3" name="Line 76">
                  <a:extLst>
                    <a:ext uri="{FF2B5EF4-FFF2-40B4-BE49-F238E27FC236}">
                      <a16:creationId xmlns:a16="http://schemas.microsoft.com/office/drawing/2014/main" id="{871A001A-C94F-2B93-5780-F7217A0A57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4" name="Line 77">
                  <a:extLst>
                    <a:ext uri="{FF2B5EF4-FFF2-40B4-BE49-F238E27FC236}">
                      <a16:creationId xmlns:a16="http://schemas.microsoft.com/office/drawing/2014/main" id="{1248C712-4D81-31BC-AC43-BA7AA7247E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5" name="Line 78">
                  <a:extLst>
                    <a:ext uri="{FF2B5EF4-FFF2-40B4-BE49-F238E27FC236}">
                      <a16:creationId xmlns:a16="http://schemas.microsoft.com/office/drawing/2014/main" id="{34D668AB-F0E7-EDA6-8E63-27E721591E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6" name="Line 79">
                  <a:extLst>
                    <a:ext uri="{FF2B5EF4-FFF2-40B4-BE49-F238E27FC236}">
                      <a16:creationId xmlns:a16="http://schemas.microsoft.com/office/drawing/2014/main" id="{0B955EFD-2510-062B-C508-D53EFDC86E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7" name="Line 80">
                  <a:extLst>
                    <a:ext uri="{FF2B5EF4-FFF2-40B4-BE49-F238E27FC236}">
                      <a16:creationId xmlns:a16="http://schemas.microsoft.com/office/drawing/2014/main" id="{4A332307-3E9E-10A0-39B0-C096F533DA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8" name="Line 81">
                  <a:extLst>
                    <a:ext uri="{FF2B5EF4-FFF2-40B4-BE49-F238E27FC236}">
                      <a16:creationId xmlns:a16="http://schemas.microsoft.com/office/drawing/2014/main" id="{AEAC2098-1798-B75A-D049-103B891204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39" name="Line 82">
                  <a:extLst>
                    <a:ext uri="{FF2B5EF4-FFF2-40B4-BE49-F238E27FC236}">
                      <a16:creationId xmlns:a16="http://schemas.microsoft.com/office/drawing/2014/main" id="{0018D0D8-A6EF-AC95-98D4-C934407A9D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40" name="Line 83">
                  <a:extLst>
                    <a:ext uri="{FF2B5EF4-FFF2-40B4-BE49-F238E27FC236}">
                      <a16:creationId xmlns:a16="http://schemas.microsoft.com/office/drawing/2014/main" id="{BD152FEA-553F-5CAC-B9C3-F549D400EF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41" name="Line 84">
                  <a:extLst>
                    <a:ext uri="{FF2B5EF4-FFF2-40B4-BE49-F238E27FC236}">
                      <a16:creationId xmlns:a16="http://schemas.microsoft.com/office/drawing/2014/main" id="{C8EFF556-E871-F8AA-78C3-260FC250E8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5" name="Group 85">
                <a:extLst>
                  <a:ext uri="{FF2B5EF4-FFF2-40B4-BE49-F238E27FC236}">
                    <a16:creationId xmlns:a16="http://schemas.microsoft.com/office/drawing/2014/main" id="{BD6D0BA6-4B8E-885F-B6BB-7CDF52A2AE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314"/>
                <a:ext cx="1984" cy="118"/>
                <a:chOff x="-141" y="2876"/>
                <a:chExt cx="1984" cy="118"/>
              </a:xfrm>
            </p:grpSpPr>
            <p:grpSp>
              <p:nvGrpSpPr>
                <p:cNvPr id="26706" name="Group 86">
                  <a:extLst>
                    <a:ext uri="{FF2B5EF4-FFF2-40B4-BE49-F238E27FC236}">
                      <a16:creationId xmlns:a16="http://schemas.microsoft.com/office/drawing/2014/main" id="{B64F2707-A323-34BF-5836-CC2E6D7DB9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23" name="Rectangle 87">
                    <a:extLst>
                      <a:ext uri="{FF2B5EF4-FFF2-40B4-BE49-F238E27FC236}">
                        <a16:creationId xmlns:a16="http://schemas.microsoft.com/office/drawing/2014/main" id="{01A83E33-05B6-DB48-FD59-06135CEF38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724" name="Rectangle 88">
                    <a:extLst>
                      <a:ext uri="{FF2B5EF4-FFF2-40B4-BE49-F238E27FC236}">
                        <a16:creationId xmlns:a16="http://schemas.microsoft.com/office/drawing/2014/main" id="{B5AF7AEA-FC6F-A947-0F8E-CE3B88EBF3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707" name="Rectangle 89">
                  <a:extLst>
                    <a:ext uri="{FF2B5EF4-FFF2-40B4-BE49-F238E27FC236}">
                      <a16:creationId xmlns:a16="http://schemas.microsoft.com/office/drawing/2014/main" id="{F2C51659-02E1-276D-7762-B573030A57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08" name="Line 90">
                  <a:extLst>
                    <a:ext uri="{FF2B5EF4-FFF2-40B4-BE49-F238E27FC236}">
                      <a16:creationId xmlns:a16="http://schemas.microsoft.com/office/drawing/2014/main" id="{B7CCADDA-0F79-AF08-D456-F34EE49A88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09" name="Line 91">
                  <a:extLst>
                    <a:ext uri="{FF2B5EF4-FFF2-40B4-BE49-F238E27FC236}">
                      <a16:creationId xmlns:a16="http://schemas.microsoft.com/office/drawing/2014/main" id="{603DC548-8157-2BC4-5127-33FA532DFB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0" name="Line 92">
                  <a:extLst>
                    <a:ext uri="{FF2B5EF4-FFF2-40B4-BE49-F238E27FC236}">
                      <a16:creationId xmlns:a16="http://schemas.microsoft.com/office/drawing/2014/main" id="{9534F5E4-393E-8E7A-0ACB-0E71D56761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1" name="Line 93">
                  <a:extLst>
                    <a:ext uri="{FF2B5EF4-FFF2-40B4-BE49-F238E27FC236}">
                      <a16:creationId xmlns:a16="http://schemas.microsoft.com/office/drawing/2014/main" id="{8B39B906-7C52-79E6-B3BE-564BF69AF2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2" name="Line 94">
                  <a:extLst>
                    <a:ext uri="{FF2B5EF4-FFF2-40B4-BE49-F238E27FC236}">
                      <a16:creationId xmlns:a16="http://schemas.microsoft.com/office/drawing/2014/main" id="{17BEF61F-5BE1-A8C1-5579-8E4ABD0750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3" name="Line 95">
                  <a:extLst>
                    <a:ext uri="{FF2B5EF4-FFF2-40B4-BE49-F238E27FC236}">
                      <a16:creationId xmlns:a16="http://schemas.microsoft.com/office/drawing/2014/main" id="{44FB42BD-6E47-3FCE-B71E-46FB8311B6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4" name="Line 96">
                  <a:extLst>
                    <a:ext uri="{FF2B5EF4-FFF2-40B4-BE49-F238E27FC236}">
                      <a16:creationId xmlns:a16="http://schemas.microsoft.com/office/drawing/2014/main" id="{7BCAF404-4097-1851-B753-7078B012D3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5" name="Line 97">
                  <a:extLst>
                    <a:ext uri="{FF2B5EF4-FFF2-40B4-BE49-F238E27FC236}">
                      <a16:creationId xmlns:a16="http://schemas.microsoft.com/office/drawing/2014/main" id="{BA07AB41-6CF0-CC8E-D46D-128875B69E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6" name="Line 98">
                  <a:extLst>
                    <a:ext uri="{FF2B5EF4-FFF2-40B4-BE49-F238E27FC236}">
                      <a16:creationId xmlns:a16="http://schemas.microsoft.com/office/drawing/2014/main" id="{D5590685-51A6-3706-09E1-FDFF221BC6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7" name="Line 99">
                  <a:extLst>
                    <a:ext uri="{FF2B5EF4-FFF2-40B4-BE49-F238E27FC236}">
                      <a16:creationId xmlns:a16="http://schemas.microsoft.com/office/drawing/2014/main" id="{59175945-7C28-16CC-0A99-8F5B2FD60E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8" name="Line 100">
                  <a:extLst>
                    <a:ext uri="{FF2B5EF4-FFF2-40B4-BE49-F238E27FC236}">
                      <a16:creationId xmlns:a16="http://schemas.microsoft.com/office/drawing/2014/main" id="{5830F583-BB36-BD62-D9F1-42646215FD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19" name="Line 101">
                  <a:extLst>
                    <a:ext uri="{FF2B5EF4-FFF2-40B4-BE49-F238E27FC236}">
                      <a16:creationId xmlns:a16="http://schemas.microsoft.com/office/drawing/2014/main" id="{BB24D391-C22F-53C4-CD0A-FBA4254E21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20" name="Line 102">
                  <a:extLst>
                    <a:ext uri="{FF2B5EF4-FFF2-40B4-BE49-F238E27FC236}">
                      <a16:creationId xmlns:a16="http://schemas.microsoft.com/office/drawing/2014/main" id="{5E07F70C-9BE2-1F1C-E2E3-AA31492381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21" name="Line 103">
                  <a:extLst>
                    <a:ext uri="{FF2B5EF4-FFF2-40B4-BE49-F238E27FC236}">
                      <a16:creationId xmlns:a16="http://schemas.microsoft.com/office/drawing/2014/main" id="{9467EEFD-068B-1F76-FC74-B158CD93D0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22" name="Line 104">
                  <a:extLst>
                    <a:ext uri="{FF2B5EF4-FFF2-40B4-BE49-F238E27FC236}">
                      <a16:creationId xmlns:a16="http://schemas.microsoft.com/office/drawing/2014/main" id="{161263CE-7BA0-CB09-ED99-D101989AF2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6" name="Group 105">
                <a:extLst>
                  <a:ext uri="{FF2B5EF4-FFF2-40B4-BE49-F238E27FC236}">
                    <a16:creationId xmlns:a16="http://schemas.microsoft.com/office/drawing/2014/main" id="{C6901342-D895-B3D9-9DCD-4CCD968FFB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452"/>
                <a:ext cx="1984" cy="118"/>
                <a:chOff x="-141" y="2876"/>
                <a:chExt cx="1984" cy="118"/>
              </a:xfrm>
            </p:grpSpPr>
            <p:grpSp>
              <p:nvGrpSpPr>
                <p:cNvPr id="26687" name="Group 106">
                  <a:extLst>
                    <a:ext uri="{FF2B5EF4-FFF2-40B4-BE49-F238E27FC236}">
                      <a16:creationId xmlns:a16="http://schemas.microsoft.com/office/drawing/2014/main" id="{2403C412-2509-F008-D77A-66777D7380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704" name="Rectangle 107">
                    <a:extLst>
                      <a:ext uri="{FF2B5EF4-FFF2-40B4-BE49-F238E27FC236}">
                        <a16:creationId xmlns:a16="http://schemas.microsoft.com/office/drawing/2014/main" id="{1BCEFCA0-C693-8296-08BE-0BA376FE5D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705" name="Rectangle 108">
                    <a:extLst>
                      <a:ext uri="{FF2B5EF4-FFF2-40B4-BE49-F238E27FC236}">
                        <a16:creationId xmlns:a16="http://schemas.microsoft.com/office/drawing/2014/main" id="{B6E56B73-AE7D-BB1B-4101-7641F548AD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688" name="Rectangle 109">
                  <a:extLst>
                    <a:ext uri="{FF2B5EF4-FFF2-40B4-BE49-F238E27FC236}">
                      <a16:creationId xmlns:a16="http://schemas.microsoft.com/office/drawing/2014/main" id="{45E3B48B-F890-0B8C-FFC1-A672FCE225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689" name="Line 110">
                  <a:extLst>
                    <a:ext uri="{FF2B5EF4-FFF2-40B4-BE49-F238E27FC236}">
                      <a16:creationId xmlns:a16="http://schemas.microsoft.com/office/drawing/2014/main" id="{98D8292B-5AF0-6E00-9988-E7BB499E3F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0" name="Line 111">
                  <a:extLst>
                    <a:ext uri="{FF2B5EF4-FFF2-40B4-BE49-F238E27FC236}">
                      <a16:creationId xmlns:a16="http://schemas.microsoft.com/office/drawing/2014/main" id="{2628E552-3CAD-1C02-E71F-BE17A54980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1" name="Line 112">
                  <a:extLst>
                    <a:ext uri="{FF2B5EF4-FFF2-40B4-BE49-F238E27FC236}">
                      <a16:creationId xmlns:a16="http://schemas.microsoft.com/office/drawing/2014/main" id="{26B8B497-BA53-0BD4-5936-8713D18BC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2" name="Line 113">
                  <a:extLst>
                    <a:ext uri="{FF2B5EF4-FFF2-40B4-BE49-F238E27FC236}">
                      <a16:creationId xmlns:a16="http://schemas.microsoft.com/office/drawing/2014/main" id="{66A4F8E7-EC0D-1378-CE1B-43D0A548E2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3" name="Line 114">
                  <a:extLst>
                    <a:ext uri="{FF2B5EF4-FFF2-40B4-BE49-F238E27FC236}">
                      <a16:creationId xmlns:a16="http://schemas.microsoft.com/office/drawing/2014/main" id="{9A800E57-82CA-171A-ACF1-E6B6C97EF8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4" name="Line 115">
                  <a:extLst>
                    <a:ext uri="{FF2B5EF4-FFF2-40B4-BE49-F238E27FC236}">
                      <a16:creationId xmlns:a16="http://schemas.microsoft.com/office/drawing/2014/main" id="{2AFB0043-4316-98F3-87C5-9208B8DD33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5" name="Line 116">
                  <a:extLst>
                    <a:ext uri="{FF2B5EF4-FFF2-40B4-BE49-F238E27FC236}">
                      <a16:creationId xmlns:a16="http://schemas.microsoft.com/office/drawing/2014/main" id="{D2B1F4EE-34CA-C7F9-3453-D8E4E82222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6" name="Line 117">
                  <a:extLst>
                    <a:ext uri="{FF2B5EF4-FFF2-40B4-BE49-F238E27FC236}">
                      <a16:creationId xmlns:a16="http://schemas.microsoft.com/office/drawing/2014/main" id="{BA02BD3D-F40D-CACC-2453-F0378D10D2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7" name="Line 118">
                  <a:extLst>
                    <a:ext uri="{FF2B5EF4-FFF2-40B4-BE49-F238E27FC236}">
                      <a16:creationId xmlns:a16="http://schemas.microsoft.com/office/drawing/2014/main" id="{87FE79AB-5E46-FB34-6E9B-5BDC2C8584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8" name="Line 119">
                  <a:extLst>
                    <a:ext uri="{FF2B5EF4-FFF2-40B4-BE49-F238E27FC236}">
                      <a16:creationId xmlns:a16="http://schemas.microsoft.com/office/drawing/2014/main" id="{AA133E21-5D53-B74E-D4F4-90E5299D91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99" name="Line 120">
                  <a:extLst>
                    <a:ext uri="{FF2B5EF4-FFF2-40B4-BE49-F238E27FC236}">
                      <a16:creationId xmlns:a16="http://schemas.microsoft.com/office/drawing/2014/main" id="{63E08B43-9C13-0130-835A-F0FD07A716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00" name="Line 121">
                  <a:extLst>
                    <a:ext uri="{FF2B5EF4-FFF2-40B4-BE49-F238E27FC236}">
                      <a16:creationId xmlns:a16="http://schemas.microsoft.com/office/drawing/2014/main" id="{FF002119-9E8F-3376-B7A9-9A568B3945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01" name="Line 122">
                  <a:extLst>
                    <a:ext uri="{FF2B5EF4-FFF2-40B4-BE49-F238E27FC236}">
                      <a16:creationId xmlns:a16="http://schemas.microsoft.com/office/drawing/2014/main" id="{B375BDB0-3099-6ACD-A192-CF25BA9594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02" name="Line 123">
                  <a:extLst>
                    <a:ext uri="{FF2B5EF4-FFF2-40B4-BE49-F238E27FC236}">
                      <a16:creationId xmlns:a16="http://schemas.microsoft.com/office/drawing/2014/main" id="{47B7A832-96DA-5112-A10D-DDC7BDDB30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703" name="Line 124">
                  <a:extLst>
                    <a:ext uri="{FF2B5EF4-FFF2-40B4-BE49-F238E27FC236}">
                      <a16:creationId xmlns:a16="http://schemas.microsoft.com/office/drawing/2014/main" id="{291F9713-27FE-688B-014D-AE2C264C02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7" name="Group 125">
                <a:extLst>
                  <a:ext uri="{FF2B5EF4-FFF2-40B4-BE49-F238E27FC236}">
                    <a16:creationId xmlns:a16="http://schemas.microsoft.com/office/drawing/2014/main" id="{A916E4F0-644B-5508-42B8-5BB820CBEB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590"/>
                <a:ext cx="1984" cy="118"/>
                <a:chOff x="-141" y="2876"/>
                <a:chExt cx="1984" cy="118"/>
              </a:xfrm>
            </p:grpSpPr>
            <p:grpSp>
              <p:nvGrpSpPr>
                <p:cNvPr id="26668" name="Group 126">
                  <a:extLst>
                    <a:ext uri="{FF2B5EF4-FFF2-40B4-BE49-F238E27FC236}">
                      <a16:creationId xmlns:a16="http://schemas.microsoft.com/office/drawing/2014/main" id="{3251DDED-E590-2D35-BC22-1ED67F2D7A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685" name="Rectangle 127">
                    <a:extLst>
                      <a:ext uri="{FF2B5EF4-FFF2-40B4-BE49-F238E27FC236}">
                        <a16:creationId xmlns:a16="http://schemas.microsoft.com/office/drawing/2014/main" id="{BC175B85-680D-FE66-16CE-606A3DCC25E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686" name="Rectangle 128">
                    <a:extLst>
                      <a:ext uri="{FF2B5EF4-FFF2-40B4-BE49-F238E27FC236}">
                        <a16:creationId xmlns:a16="http://schemas.microsoft.com/office/drawing/2014/main" id="{96E1A17B-CDD8-FD22-A329-84CF7D6646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669" name="Rectangle 129">
                  <a:extLst>
                    <a:ext uri="{FF2B5EF4-FFF2-40B4-BE49-F238E27FC236}">
                      <a16:creationId xmlns:a16="http://schemas.microsoft.com/office/drawing/2014/main" id="{4B0FE5DC-DFEF-F01B-19CE-8CFAD447B7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670" name="Line 130">
                  <a:extLst>
                    <a:ext uri="{FF2B5EF4-FFF2-40B4-BE49-F238E27FC236}">
                      <a16:creationId xmlns:a16="http://schemas.microsoft.com/office/drawing/2014/main" id="{8B340F55-7B92-894E-C9DC-D5666C3E83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1" name="Line 131">
                  <a:extLst>
                    <a:ext uri="{FF2B5EF4-FFF2-40B4-BE49-F238E27FC236}">
                      <a16:creationId xmlns:a16="http://schemas.microsoft.com/office/drawing/2014/main" id="{10A33F2A-F267-B8C5-06C1-9199CDA361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2" name="Line 132">
                  <a:extLst>
                    <a:ext uri="{FF2B5EF4-FFF2-40B4-BE49-F238E27FC236}">
                      <a16:creationId xmlns:a16="http://schemas.microsoft.com/office/drawing/2014/main" id="{69A33F9A-4FCE-7233-6059-C8125385FC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3" name="Line 133">
                  <a:extLst>
                    <a:ext uri="{FF2B5EF4-FFF2-40B4-BE49-F238E27FC236}">
                      <a16:creationId xmlns:a16="http://schemas.microsoft.com/office/drawing/2014/main" id="{182750D3-EA05-1BFD-7C59-8A06B256F5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4" name="Line 134">
                  <a:extLst>
                    <a:ext uri="{FF2B5EF4-FFF2-40B4-BE49-F238E27FC236}">
                      <a16:creationId xmlns:a16="http://schemas.microsoft.com/office/drawing/2014/main" id="{6A831D84-36FB-22B8-8D14-CA748C77A7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5" name="Line 135">
                  <a:extLst>
                    <a:ext uri="{FF2B5EF4-FFF2-40B4-BE49-F238E27FC236}">
                      <a16:creationId xmlns:a16="http://schemas.microsoft.com/office/drawing/2014/main" id="{EE04B8F0-3EDA-0498-5556-C60D936DAB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6" name="Line 136">
                  <a:extLst>
                    <a:ext uri="{FF2B5EF4-FFF2-40B4-BE49-F238E27FC236}">
                      <a16:creationId xmlns:a16="http://schemas.microsoft.com/office/drawing/2014/main" id="{839C8F69-5A9F-DD75-D3EF-A8FF26B771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7" name="Line 137">
                  <a:extLst>
                    <a:ext uri="{FF2B5EF4-FFF2-40B4-BE49-F238E27FC236}">
                      <a16:creationId xmlns:a16="http://schemas.microsoft.com/office/drawing/2014/main" id="{3FF462D3-F1F3-4F86-16D7-C37628D75C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8" name="Line 138">
                  <a:extLst>
                    <a:ext uri="{FF2B5EF4-FFF2-40B4-BE49-F238E27FC236}">
                      <a16:creationId xmlns:a16="http://schemas.microsoft.com/office/drawing/2014/main" id="{CDE481B7-9653-87CD-4C5C-DE231CE2E8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79" name="Line 139">
                  <a:extLst>
                    <a:ext uri="{FF2B5EF4-FFF2-40B4-BE49-F238E27FC236}">
                      <a16:creationId xmlns:a16="http://schemas.microsoft.com/office/drawing/2014/main" id="{2CCE6D88-1D0D-5A5A-B94D-A37EA0FB22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80" name="Line 140">
                  <a:extLst>
                    <a:ext uri="{FF2B5EF4-FFF2-40B4-BE49-F238E27FC236}">
                      <a16:creationId xmlns:a16="http://schemas.microsoft.com/office/drawing/2014/main" id="{24E10BD4-15C9-62CF-F624-B548298EA0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81" name="Line 141">
                  <a:extLst>
                    <a:ext uri="{FF2B5EF4-FFF2-40B4-BE49-F238E27FC236}">
                      <a16:creationId xmlns:a16="http://schemas.microsoft.com/office/drawing/2014/main" id="{6BEBF81F-5A26-A590-304A-0C4DAE612C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82" name="Line 142">
                  <a:extLst>
                    <a:ext uri="{FF2B5EF4-FFF2-40B4-BE49-F238E27FC236}">
                      <a16:creationId xmlns:a16="http://schemas.microsoft.com/office/drawing/2014/main" id="{B5692DB4-1831-CDA9-959D-15527F8705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83" name="Line 143">
                  <a:extLst>
                    <a:ext uri="{FF2B5EF4-FFF2-40B4-BE49-F238E27FC236}">
                      <a16:creationId xmlns:a16="http://schemas.microsoft.com/office/drawing/2014/main" id="{CD65427C-CBBA-C164-BC6F-399E22D002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84" name="Line 144">
                  <a:extLst>
                    <a:ext uri="{FF2B5EF4-FFF2-40B4-BE49-F238E27FC236}">
                      <a16:creationId xmlns:a16="http://schemas.microsoft.com/office/drawing/2014/main" id="{101B8606-3E63-E91E-1F45-E66FACDCFB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  <p:grpSp>
            <p:nvGrpSpPr>
              <p:cNvPr id="26648" name="Group 145">
                <a:extLst>
                  <a:ext uri="{FF2B5EF4-FFF2-40B4-BE49-F238E27FC236}">
                    <a16:creationId xmlns:a16="http://schemas.microsoft.com/office/drawing/2014/main" id="{297C2E57-7C2D-5028-BD35-2F3CB713BD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8" y="3729"/>
                <a:ext cx="1984" cy="118"/>
                <a:chOff x="-141" y="2876"/>
                <a:chExt cx="1984" cy="118"/>
              </a:xfrm>
            </p:grpSpPr>
            <p:grpSp>
              <p:nvGrpSpPr>
                <p:cNvPr id="26649" name="Group 146">
                  <a:extLst>
                    <a:ext uri="{FF2B5EF4-FFF2-40B4-BE49-F238E27FC236}">
                      <a16:creationId xmlns:a16="http://schemas.microsoft.com/office/drawing/2014/main" id="{52383476-7161-EEAA-07F9-48F54A9DEFF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6666" name="Rectangle 147">
                    <a:extLst>
                      <a:ext uri="{FF2B5EF4-FFF2-40B4-BE49-F238E27FC236}">
                        <a16:creationId xmlns:a16="http://schemas.microsoft.com/office/drawing/2014/main" id="{487D5D11-849E-1A4B-E5E2-C905CE795C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667" name="Rectangle 148">
                    <a:extLst>
                      <a:ext uri="{FF2B5EF4-FFF2-40B4-BE49-F238E27FC236}">
                        <a16:creationId xmlns:a16="http://schemas.microsoft.com/office/drawing/2014/main" id="{FF719BD7-B844-34BC-5BB3-F21136FCDD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</p:spPr>
                <p:txBody>
                  <a:bodyPr wrap="none" lIns="45720" tIns="0" rIns="0" bIns="0" anchor="ctr"/>
                  <a:lstStyle>
                    <a:lvl1pPr fontAlgn="t" latinLnBrk="1"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itchFamily="2" charset="2"/>
                      <a:buChar char="n"/>
                      <a:defRPr kumimoji="1" sz="3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1pPr>
                    <a:lvl2pPr marL="742950" indent="-285750" fontAlgn="t" latinLnBrk="1">
                      <a:spcBef>
                        <a:spcPct val="20000"/>
                      </a:spcBef>
                      <a:buClr>
                        <a:schemeClr val="accent2"/>
                      </a:buClr>
                      <a:buSzPct val="70000"/>
                      <a:buFont typeface="Wingdings" pitchFamily="2" charset="2"/>
                      <a:buChar char="n"/>
                      <a:defRPr kumimoji="1" sz="26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2pPr>
                    <a:lvl3pPr marL="1143000" indent="-228600" fontAlgn="t" latinLnBrk="1">
                      <a:spcBef>
                        <a:spcPct val="20000"/>
                      </a:spcBef>
                      <a:buClr>
                        <a:schemeClr val="accent1"/>
                      </a:buClr>
                      <a:buSzPct val="70000"/>
                      <a:buFont typeface="Wingdings" pitchFamily="2" charset="2"/>
                      <a:buChar char="n"/>
                      <a:defRPr kumimoji="1" sz="23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3pPr>
                    <a:lvl4pPr marL="16002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4pPr>
                    <a:lvl5pPr marL="2057400" indent="-228600" fontAlgn="t" latinLnBrk="1">
                      <a:spcBef>
                        <a:spcPct val="20000"/>
                      </a:spcBef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5pPr>
                    <a:lvl6pPr marL="25146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6pPr>
                    <a:lvl7pPr marL="29718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7pPr>
                    <a:lvl8pPr marL="34290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8pPr>
                    <a:lvl9pPr marL="3886200" indent="-228600" eaLnBrk="0" fontAlgn="t" latinLnBrk="1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folHlink"/>
                      </a:buClr>
                      <a:buSzPct val="70000"/>
                      <a:buFont typeface="Wingdings" pitchFamily="2" charset="2"/>
                      <a:buChar char="n"/>
                      <a:defRPr kumimoji="1" sz="2000">
                        <a:solidFill>
                          <a:schemeClr val="tx1"/>
                        </a:solidFill>
                        <a:latin typeface="굴림" panose="020B0600000101010101" pitchFamily="34" charset="-127"/>
                        <a:ea typeface="굴림" panose="020B0600000101010101" pitchFamily="34" charset="-127"/>
                        <a:cs typeface="Arial" panose="020B060402020202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ko-KR" altLang="ko-KR" sz="1200" b="1">
                      <a:solidFill>
                        <a:schemeClr val="bg1"/>
                      </a:solidFill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6650" name="Rectangle 149">
                  <a:extLst>
                    <a:ext uri="{FF2B5EF4-FFF2-40B4-BE49-F238E27FC236}">
                      <a16:creationId xmlns:a16="http://schemas.microsoft.com/office/drawing/2014/main" id="{058D84C6-6932-252D-E6AC-B487632549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</p:spPr>
              <p:txBody>
                <a:bodyPr wrap="none" lIns="0" tIns="0" rIns="0" bIns="0" anchor="ctr"/>
                <a:lstStyle>
                  <a:lvl1pPr fontAlgn="t" latinLnBrk="1"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itchFamily="2" charset="2"/>
                    <a:buChar char="n"/>
                    <a:defRPr kumimoji="1" sz="3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1pPr>
                  <a:lvl2pPr marL="742950" indent="-285750" fontAlgn="t" latinLnBrk="1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n"/>
                    <a:defRPr kumimoji="1" sz="26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2pPr>
                  <a:lvl3pPr marL="1143000" indent="-228600" fontAlgn="t" latinLnBrk="1">
                    <a:spcBef>
                      <a:spcPct val="20000"/>
                    </a:spcBef>
                    <a:buClr>
                      <a:schemeClr val="accent1"/>
                    </a:buClr>
                    <a:buSzPct val="70000"/>
                    <a:buFont typeface="Wingdings" pitchFamily="2" charset="2"/>
                    <a:buChar char="n"/>
                    <a:defRPr kumimoji="1" sz="23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3pPr>
                  <a:lvl4pPr marL="16002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4pPr>
                  <a:lvl5pPr marL="2057400" indent="-228600" fontAlgn="t" latinLnBrk="1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5pPr>
                  <a:lvl6pPr marL="25146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6pPr>
                  <a:lvl7pPr marL="29718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7pPr>
                  <a:lvl8pPr marL="34290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8pPr>
                  <a:lvl9pPr marL="3886200" indent="-228600" eaLnBrk="0" fontAlgn="t" latinLnBrk="1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folHlink"/>
                    </a:buClr>
                    <a:buSzPct val="70000"/>
                    <a:buFont typeface="Wingdings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굴림" panose="020B0600000101010101" pitchFamily="34" charset="-127"/>
                      <a:ea typeface="굴림" panose="020B0600000101010101" pitchFamily="34" charset="-127"/>
                      <a:cs typeface="Arial" panose="020B0604020202020204" pitchFamily="34" charset="0"/>
                    </a:defRPr>
                  </a:lvl9pPr>
                </a:lstStyle>
                <a:p>
                  <a:pPr algn="ctr" eaLnBrk="1" fontAlgn="base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ko-KR" altLang="ko-KR" sz="1400" b="1">
                    <a:solidFill>
                      <a:schemeClr val="bg1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651" name="Line 150">
                  <a:extLst>
                    <a:ext uri="{FF2B5EF4-FFF2-40B4-BE49-F238E27FC236}">
                      <a16:creationId xmlns:a16="http://schemas.microsoft.com/office/drawing/2014/main" id="{746E1582-9DBC-C340-E70B-F6B3F793F3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2" name="Line 151">
                  <a:extLst>
                    <a:ext uri="{FF2B5EF4-FFF2-40B4-BE49-F238E27FC236}">
                      <a16:creationId xmlns:a16="http://schemas.microsoft.com/office/drawing/2014/main" id="{0B2C9B2D-31E6-5696-CF9A-D194E051B5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3" name="Line 152">
                  <a:extLst>
                    <a:ext uri="{FF2B5EF4-FFF2-40B4-BE49-F238E27FC236}">
                      <a16:creationId xmlns:a16="http://schemas.microsoft.com/office/drawing/2014/main" id="{AA45C727-1DDB-48E5-E5CE-89D4F1D277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4" name="Line 153">
                  <a:extLst>
                    <a:ext uri="{FF2B5EF4-FFF2-40B4-BE49-F238E27FC236}">
                      <a16:creationId xmlns:a16="http://schemas.microsoft.com/office/drawing/2014/main" id="{F852D4BD-E79B-D84C-38BD-9527BC0EBD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5" name="Line 154">
                  <a:extLst>
                    <a:ext uri="{FF2B5EF4-FFF2-40B4-BE49-F238E27FC236}">
                      <a16:creationId xmlns:a16="http://schemas.microsoft.com/office/drawing/2014/main" id="{4BB65912-7493-63F5-01CD-FAB9D00E07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6" name="Line 155">
                  <a:extLst>
                    <a:ext uri="{FF2B5EF4-FFF2-40B4-BE49-F238E27FC236}">
                      <a16:creationId xmlns:a16="http://schemas.microsoft.com/office/drawing/2014/main" id="{6D225D10-9193-7FD7-F9E5-9254027E67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7" name="Line 156">
                  <a:extLst>
                    <a:ext uri="{FF2B5EF4-FFF2-40B4-BE49-F238E27FC236}">
                      <a16:creationId xmlns:a16="http://schemas.microsoft.com/office/drawing/2014/main" id="{5D889016-44E8-87A9-F9B6-87A3858D84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8" name="Line 157">
                  <a:extLst>
                    <a:ext uri="{FF2B5EF4-FFF2-40B4-BE49-F238E27FC236}">
                      <a16:creationId xmlns:a16="http://schemas.microsoft.com/office/drawing/2014/main" id="{39C29980-0285-DBEB-47CF-3D064AA8FD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59" name="Line 158">
                  <a:extLst>
                    <a:ext uri="{FF2B5EF4-FFF2-40B4-BE49-F238E27FC236}">
                      <a16:creationId xmlns:a16="http://schemas.microsoft.com/office/drawing/2014/main" id="{11C773C4-12C1-5074-DAA1-D81D2BE143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0" name="Line 159">
                  <a:extLst>
                    <a:ext uri="{FF2B5EF4-FFF2-40B4-BE49-F238E27FC236}">
                      <a16:creationId xmlns:a16="http://schemas.microsoft.com/office/drawing/2014/main" id="{05F15A23-31B8-3250-DA30-F04D43C57E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1" name="Line 160">
                  <a:extLst>
                    <a:ext uri="{FF2B5EF4-FFF2-40B4-BE49-F238E27FC236}">
                      <a16:creationId xmlns:a16="http://schemas.microsoft.com/office/drawing/2014/main" id="{5F64B669-BD0F-621E-2811-47B4F65DDE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2" name="Line 161">
                  <a:extLst>
                    <a:ext uri="{FF2B5EF4-FFF2-40B4-BE49-F238E27FC236}">
                      <a16:creationId xmlns:a16="http://schemas.microsoft.com/office/drawing/2014/main" id="{5669F54B-B273-C7ED-0993-71625BF084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3" name="Line 162">
                  <a:extLst>
                    <a:ext uri="{FF2B5EF4-FFF2-40B4-BE49-F238E27FC236}">
                      <a16:creationId xmlns:a16="http://schemas.microsoft.com/office/drawing/2014/main" id="{4232FED6-B3C4-52A7-781A-4A500C5CDE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4" name="Line 163">
                  <a:extLst>
                    <a:ext uri="{FF2B5EF4-FFF2-40B4-BE49-F238E27FC236}">
                      <a16:creationId xmlns:a16="http://schemas.microsoft.com/office/drawing/2014/main" id="{B5CE3DFE-581E-3B9D-0FA4-7F24A48526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  <p:sp>
              <p:nvSpPr>
                <p:cNvPr id="26665" name="Line 164">
                  <a:extLst>
                    <a:ext uri="{FF2B5EF4-FFF2-40B4-BE49-F238E27FC236}">
                      <a16:creationId xmlns:a16="http://schemas.microsoft.com/office/drawing/2014/main" id="{63182000-FC10-FDF4-597F-926E6D83DE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ko-Kore-KR" altLang="en-US"/>
                </a:p>
              </p:txBody>
            </p:sp>
          </p:grpSp>
        </p:grpSp>
      </p:grpSp>
      <p:grpSp>
        <p:nvGrpSpPr>
          <p:cNvPr id="26628" name="Group 165">
            <a:extLst>
              <a:ext uri="{FF2B5EF4-FFF2-40B4-BE49-F238E27FC236}">
                <a16:creationId xmlns:a16="http://schemas.microsoft.com/office/drawing/2014/main" id="{C25BC94C-3DD1-1496-6B4B-4F2AE531A9F7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4508500"/>
            <a:ext cx="2087562" cy="1879600"/>
            <a:chOff x="991" y="1935"/>
            <a:chExt cx="1688" cy="1226"/>
          </a:xfrm>
        </p:grpSpPr>
        <p:sp>
          <p:nvSpPr>
            <p:cNvPr id="26632" name="Rectangle 166">
              <a:extLst>
                <a:ext uri="{FF2B5EF4-FFF2-40B4-BE49-F238E27FC236}">
                  <a16:creationId xmlns:a16="http://schemas.microsoft.com/office/drawing/2014/main" id="{12A2F9DE-B5B8-EB27-98E3-AD3B48340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2425"/>
              <a:ext cx="1687" cy="434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Cache</a:t>
              </a:r>
            </a:p>
          </p:txBody>
        </p:sp>
        <p:sp>
          <p:nvSpPr>
            <p:cNvPr id="26633" name="Rectangle 167">
              <a:extLst>
                <a:ext uri="{FF2B5EF4-FFF2-40B4-BE49-F238E27FC236}">
                  <a16:creationId xmlns:a16="http://schemas.microsoft.com/office/drawing/2014/main" id="{B5927E2B-D936-8FC4-D3B8-346E24F42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1935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6634" name="Rectangle 168">
              <a:extLst>
                <a:ext uri="{FF2B5EF4-FFF2-40B4-BE49-F238E27FC236}">
                  <a16:creationId xmlns:a16="http://schemas.microsoft.com/office/drawing/2014/main" id="{30D8A259-4EF2-3EF2-F276-04D9DCC72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" y="1935"/>
              <a:ext cx="836" cy="463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 anchorCtr="1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Control</a:t>
              </a:r>
            </a:p>
          </p:txBody>
        </p:sp>
        <p:sp>
          <p:nvSpPr>
            <p:cNvPr id="26635" name="Rectangle 169">
              <a:extLst>
                <a:ext uri="{FF2B5EF4-FFF2-40B4-BE49-F238E27FC236}">
                  <a16:creationId xmlns:a16="http://schemas.microsoft.com/office/drawing/2014/main" id="{01AD8DB1-DB6F-2EFF-6FFF-D2A53267E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" y="2178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6636" name="Rectangle 170">
              <a:extLst>
                <a:ext uri="{FF2B5EF4-FFF2-40B4-BE49-F238E27FC236}">
                  <a16:creationId xmlns:a16="http://schemas.microsoft.com/office/drawing/2014/main" id="{E9E5F39A-F202-1EAF-2BCE-B9463A000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1935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6637" name="Rectangle 171">
              <a:extLst>
                <a:ext uri="{FF2B5EF4-FFF2-40B4-BE49-F238E27FC236}">
                  <a16:creationId xmlns:a16="http://schemas.microsoft.com/office/drawing/2014/main" id="{49F0E9E9-B1F5-F969-DC70-19817D529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0" y="2178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400" b="1">
                  <a:solidFill>
                    <a:schemeClr val="bg1"/>
                  </a:solidFill>
                  <a:latin typeface="Arial" panose="020B0604020202020204" pitchFamily="34" charset="0"/>
                </a:rPr>
                <a:t>ALU</a:t>
              </a:r>
            </a:p>
          </p:txBody>
        </p:sp>
        <p:sp>
          <p:nvSpPr>
            <p:cNvPr id="26638" name="Rectangle 172">
              <a:extLst>
                <a:ext uri="{FF2B5EF4-FFF2-40B4-BE49-F238E27FC236}">
                  <a16:creationId xmlns:a16="http://schemas.microsoft.com/office/drawing/2014/main" id="{24726EAA-33D7-61C3-2B5A-758948E04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2950"/>
              <a:ext cx="1687" cy="2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wrap="none" tIns="0" rIns="0" bIns="0" anchor="ctr"/>
            <a:lstStyle>
              <a:lvl1pPr fontAlgn="t" latinLnBrk="1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itchFamily="2" charset="2"/>
                <a:buChar char="n"/>
                <a:defRPr kumimoji="1" sz="3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 fontAlgn="t" latinLnBrk="1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n"/>
                <a:defRPr kumimoji="1" sz="26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 fontAlgn="t" latinLnBrk="1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itchFamily="2" charset="2"/>
                <a:buChar char="n"/>
                <a:defRPr kumimoji="1" sz="23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 fontAlgn="t" latinLnBrk="1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t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70000"/>
                <a:buFont typeface="Wingdings" pitchFamily="2" charset="2"/>
                <a:buChar char="n"/>
                <a:defRPr kumimoji="1" sz="2000">
                  <a:solidFill>
                    <a:schemeClr val="tx1"/>
                  </a:solidFill>
                  <a:latin typeface="굴림" panose="020B0600000101010101" pitchFamily="34" charset="-127"/>
                  <a:ea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 b="1">
                  <a:solidFill>
                    <a:schemeClr val="bg1"/>
                  </a:solidFill>
                  <a:latin typeface="Arial" panose="020B0604020202020204" pitchFamily="34" charset="0"/>
                </a:rPr>
                <a:t>DRAM</a:t>
              </a:r>
            </a:p>
          </p:txBody>
        </p:sp>
      </p:grpSp>
      <p:sp>
        <p:nvSpPr>
          <p:cNvPr id="26629" name="TextBox 174">
            <a:extLst>
              <a:ext uri="{FF2B5EF4-FFF2-40B4-BE49-F238E27FC236}">
                <a16:creationId xmlns:a16="http://schemas.microsoft.com/office/drawing/2014/main" id="{5A8FF58D-FA9E-5153-08CD-5F6888ED6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589588"/>
            <a:ext cx="703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>
                <a:latin typeface="HY견고딕" pitchFamily="18" charset="-127"/>
                <a:ea typeface="HY견고딕" pitchFamily="18" charset="-127"/>
              </a:rPr>
              <a:t>CPU</a:t>
            </a:r>
            <a:endParaRPr lang="ko-KR" altLang="en-US" sz="1800" b="1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6630" name="TextBox 175">
            <a:extLst>
              <a:ext uri="{FF2B5EF4-FFF2-40B4-BE49-F238E27FC236}">
                <a16:creationId xmlns:a16="http://schemas.microsoft.com/office/drawing/2014/main" id="{FCF8E5E1-A261-8B6C-5A4A-8D36F83BC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5589588"/>
            <a:ext cx="714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>
                <a:latin typeface="HY견고딕" pitchFamily="18" charset="-127"/>
                <a:ea typeface="HY견고딕" pitchFamily="18" charset="-127"/>
              </a:rPr>
              <a:t>GPU</a:t>
            </a:r>
            <a:endParaRPr lang="ko-KR" altLang="en-US" sz="1800" b="1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26631" name="TextBox 176">
            <a:extLst>
              <a:ext uri="{FF2B5EF4-FFF2-40B4-BE49-F238E27FC236}">
                <a16:creationId xmlns:a16="http://schemas.microsoft.com/office/drawing/2014/main" id="{C276065A-2536-34AE-F8B8-8E5715C3C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354763"/>
            <a:ext cx="6486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800" b="1" u="sng"/>
              <a:t>CPU vs GPU : fundamentally different design philosophies</a:t>
            </a:r>
            <a:endParaRPr lang="ko-KR" altLang="en-US" sz="1800" b="1" u="sng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제목 1">
            <a:extLst>
              <a:ext uri="{FF2B5EF4-FFF2-40B4-BE49-F238E27FC236}">
                <a16:creationId xmlns:a16="http://schemas.microsoft.com/office/drawing/2014/main" id="{705A4151-2E60-D64E-F50D-18CDCCAC1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GPU Architecture</a:t>
            </a:r>
            <a:endParaRPr lang="ko-KR" altLang="en-US" sz="4000" b="1" u="sng"/>
          </a:p>
        </p:txBody>
      </p:sp>
      <p:sp>
        <p:nvSpPr>
          <p:cNvPr id="27650" name="내용 개체 틀 2">
            <a:extLst>
              <a:ext uri="{FF2B5EF4-FFF2-40B4-BE49-F238E27FC236}">
                <a16:creationId xmlns:a16="http://schemas.microsoft.com/office/drawing/2014/main" id="{B97A3BEA-49E7-AD4B-8A75-610994CC83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84313"/>
            <a:ext cx="8229600" cy="4525962"/>
          </a:xfrm>
        </p:spPr>
        <p:txBody>
          <a:bodyPr/>
          <a:lstStyle/>
          <a:p>
            <a:r>
              <a:rPr lang="en-US" altLang="ko-KR" sz="2000"/>
              <a:t>GPUs consist of many simple cores</a:t>
            </a:r>
          </a:p>
          <a:p>
            <a:r>
              <a:rPr lang="en-US" altLang="ko-KR" sz="2000"/>
              <a:t>Array of highly threaded streaming multiprocessors (SMs)</a:t>
            </a:r>
          </a:p>
          <a:p>
            <a:r>
              <a:rPr lang="en-US" altLang="ko-KR" sz="2000"/>
              <a:t>Two or more SMs form a buliding block.</a:t>
            </a:r>
          </a:p>
          <a:p>
            <a:endParaRPr lang="ko-KR" altLang="en-US" sz="2000"/>
          </a:p>
        </p:txBody>
      </p:sp>
      <p:pic>
        <p:nvPicPr>
          <p:cNvPr id="27651" name="Picture 2">
            <a:extLst>
              <a:ext uri="{FF2B5EF4-FFF2-40B4-BE49-F238E27FC236}">
                <a16:creationId xmlns:a16="http://schemas.microsoft.com/office/drawing/2014/main" id="{AA6A433C-009E-E4FA-157D-B4B19AE0C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587625"/>
            <a:ext cx="8388350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제목 1">
            <a:extLst>
              <a:ext uri="{FF2B5EF4-FFF2-40B4-BE49-F238E27FC236}">
                <a16:creationId xmlns:a16="http://schemas.microsoft.com/office/drawing/2014/main" id="{735FF4F6-F6D2-0F6A-2793-F08DA0E5D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GPU chip design</a:t>
            </a:r>
            <a:endParaRPr lang="ko-KR" altLang="en-US" sz="4000" b="1" u="sng"/>
          </a:p>
        </p:txBody>
      </p:sp>
      <p:sp>
        <p:nvSpPr>
          <p:cNvPr id="28674" name="내용 개체 틀 2">
            <a:extLst>
              <a:ext uri="{FF2B5EF4-FFF2-40B4-BE49-F238E27FC236}">
                <a16:creationId xmlns:a16="http://schemas.microsoft.com/office/drawing/2014/main" id="{2749816C-7FD8-321C-28E8-C6CF05F56D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GPU core is stream processor</a:t>
            </a:r>
          </a:p>
          <a:p>
            <a:r>
              <a:rPr lang="en-US" altLang="ko-KR" sz="2400"/>
              <a:t>Stream processors are grouped in stream multiprocessors</a:t>
            </a:r>
          </a:p>
          <a:p>
            <a:pPr lvl="1"/>
            <a:r>
              <a:rPr lang="en-US" altLang="ko-KR" sz="1800"/>
              <a:t>SM is basically a SIMD processor (single instruction multiple data)</a:t>
            </a:r>
            <a:endParaRPr lang="ko-KR" altLang="en-US" sz="1800"/>
          </a:p>
        </p:txBody>
      </p:sp>
      <p:pic>
        <p:nvPicPr>
          <p:cNvPr id="28675" name="Picture 2">
            <a:extLst>
              <a:ext uri="{FF2B5EF4-FFF2-40B4-BE49-F238E27FC236}">
                <a16:creationId xmlns:a16="http://schemas.microsoft.com/office/drawing/2014/main" id="{CC8A752C-4583-F431-4955-BEBA900A3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38" y="3213100"/>
            <a:ext cx="4391025" cy="36147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제목 1">
            <a:extLst>
              <a:ext uri="{FF2B5EF4-FFF2-40B4-BE49-F238E27FC236}">
                <a16:creationId xmlns:a16="http://schemas.microsoft.com/office/drawing/2014/main" id="{B5BED118-2CDC-B13D-A6F0-3762DFA56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b="1" u="sng"/>
              <a:t>CPU vs GPU</a:t>
            </a:r>
            <a:endParaRPr lang="ko-KR" altLang="en-US"/>
          </a:p>
        </p:txBody>
      </p:sp>
      <p:sp>
        <p:nvSpPr>
          <p:cNvPr id="29698" name="내용 개체 틀 2">
            <a:extLst>
              <a:ext uri="{FF2B5EF4-FFF2-40B4-BE49-F238E27FC236}">
                <a16:creationId xmlns:a16="http://schemas.microsoft.com/office/drawing/2014/main" id="{CCF2AEEF-33B1-F343-1965-49A79A2E6D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GPU</a:t>
            </a:r>
          </a:p>
          <a:p>
            <a:pPr lvl="1"/>
            <a:r>
              <a:rPr lang="en-US" altLang="ko-KR"/>
              <a:t>GPU designed for many simple tasks</a:t>
            </a:r>
          </a:p>
          <a:p>
            <a:pPr lvl="1"/>
            <a:r>
              <a:rPr lang="en-US" altLang="ko-KR"/>
              <a:t>Maximize throughput (# of tasks in fixed time)</a:t>
            </a:r>
          </a:p>
          <a:p>
            <a:endParaRPr lang="en-US" altLang="ko-KR"/>
          </a:p>
          <a:p>
            <a:r>
              <a:rPr lang="en-US" altLang="ko-KR"/>
              <a:t>CPU</a:t>
            </a:r>
          </a:p>
          <a:p>
            <a:pPr lvl="1"/>
            <a:r>
              <a:rPr lang="en-US" altLang="ko-KR"/>
              <a:t>Minimize latency (time to complete a task)</a:t>
            </a:r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제목 1">
            <a:extLst>
              <a:ext uri="{FF2B5EF4-FFF2-40B4-BE49-F238E27FC236}">
                <a16:creationId xmlns:a16="http://schemas.microsoft.com/office/drawing/2014/main" id="{05DA57CE-3C00-47E7-F3FF-BB41B2838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Winning Applications Use Both </a:t>
            </a:r>
            <a:br>
              <a:rPr lang="en-US" altLang="ko-KR" sz="3200" b="1" u="sng"/>
            </a:br>
            <a:r>
              <a:rPr lang="en-US" altLang="ko-KR" sz="3200" b="1" u="sng"/>
              <a:t>CPU and GPU</a:t>
            </a:r>
            <a:endParaRPr lang="ko-KR" altLang="en-US" sz="3200"/>
          </a:p>
        </p:txBody>
      </p:sp>
      <p:sp>
        <p:nvSpPr>
          <p:cNvPr id="30722" name="내용 개체 틀 2">
            <a:extLst>
              <a:ext uri="{FF2B5EF4-FFF2-40B4-BE49-F238E27FC236}">
                <a16:creationId xmlns:a16="http://schemas.microsoft.com/office/drawing/2014/main" id="{1700FE75-B53A-0CE4-BA4E-046D7D7EF3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r>
              <a:rPr lang="en-US" altLang="ko-KR" sz="2800"/>
              <a:t>GPUs will not perform well on some tasks on which CPUs perform well</a:t>
            </a:r>
          </a:p>
          <a:p>
            <a:endParaRPr lang="en-US" altLang="ko-KR" sz="2800"/>
          </a:p>
          <a:p>
            <a:r>
              <a:rPr lang="en-US" altLang="ko-KR" sz="2800"/>
              <a:t>Use both CPUs and GPUs</a:t>
            </a:r>
          </a:p>
          <a:p>
            <a:pPr lvl="1"/>
            <a:r>
              <a:rPr lang="en-US" altLang="ko-KR" sz="2000"/>
              <a:t>Executing essentially sequential parts on CPU</a:t>
            </a:r>
          </a:p>
          <a:p>
            <a:pPr lvl="1"/>
            <a:r>
              <a:rPr lang="en-US" altLang="ko-KR" sz="2000"/>
              <a:t>Numerically intensive parts on GPU</a:t>
            </a:r>
          </a:p>
          <a:p>
            <a:endParaRPr lang="en-US" altLang="ko-KR" sz="2800"/>
          </a:p>
          <a:p>
            <a:r>
              <a:rPr lang="en-US" altLang="ko-KR" sz="2800"/>
              <a:t>CUDA</a:t>
            </a:r>
          </a:p>
          <a:p>
            <a:pPr lvl="1"/>
            <a:r>
              <a:rPr lang="en-US" altLang="ko-KR" sz="2000"/>
              <a:t>Introduced by NVIDIA in 2007</a:t>
            </a:r>
          </a:p>
          <a:p>
            <a:pPr lvl="1"/>
            <a:r>
              <a:rPr lang="en-US" altLang="ko-KR" sz="2000"/>
              <a:t>Designed to support joint CPU/GPU execution of applications</a:t>
            </a:r>
            <a:endParaRPr lang="ko-KR" altLang="en-US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제목 1">
            <a:extLst>
              <a:ext uri="{FF2B5EF4-FFF2-40B4-BE49-F238E27FC236}">
                <a16:creationId xmlns:a16="http://schemas.microsoft.com/office/drawing/2014/main" id="{28C85AAB-EF84-1972-0E37-A3D656DD6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Popularity of GPUs</a:t>
            </a:r>
            <a:endParaRPr lang="ko-KR" altLang="en-US" sz="4000" b="1" u="sng"/>
          </a:p>
        </p:txBody>
      </p:sp>
      <p:sp>
        <p:nvSpPr>
          <p:cNvPr id="31746" name="내용 개체 틀 2">
            <a:extLst>
              <a:ext uri="{FF2B5EF4-FFF2-40B4-BE49-F238E27FC236}">
                <a16:creationId xmlns:a16="http://schemas.microsoft.com/office/drawing/2014/main" id="{40070298-9AA8-63ED-FE9F-B0EDBA0943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Performance</a:t>
            </a:r>
          </a:p>
          <a:p>
            <a:r>
              <a:rPr lang="en-US" altLang="ko-KR"/>
              <a:t>Cost</a:t>
            </a:r>
          </a:p>
          <a:p>
            <a:r>
              <a:rPr lang="en-US" altLang="ko-KR"/>
              <a:t>large marketplace &amp; customer population</a:t>
            </a:r>
          </a:p>
          <a:p>
            <a:r>
              <a:rPr lang="en-US" altLang="ko-KR"/>
              <a:t>Practical factors and easy accessibility</a:t>
            </a:r>
          </a:p>
          <a:p>
            <a:pPr lvl="1"/>
            <a:r>
              <a:rPr lang="en-US" altLang="ko-KR" sz="2400"/>
              <a:t>GE MRI with {clusters and GPU}</a:t>
            </a:r>
          </a:p>
          <a:p>
            <a:r>
              <a:rPr lang="en-US" altLang="ko-KR"/>
              <a:t>Support of IEEE floating-point standard</a:t>
            </a:r>
          </a:p>
          <a:p>
            <a:r>
              <a:rPr lang="en-US" altLang="ko-KR"/>
              <a:t>CUDA</a:t>
            </a:r>
          </a:p>
          <a:p>
            <a:pPr lvl="1"/>
            <a:r>
              <a:rPr lang="en-US" altLang="ko-KR" sz="2400"/>
              <a:t>Programmer can use C/C++ programming tools</a:t>
            </a:r>
          </a:p>
          <a:p>
            <a:pPr lvl="1"/>
            <a:r>
              <a:rPr lang="en-US" altLang="ko-KR" sz="2400"/>
              <a:t>No longer go through complex graphics interface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제목 1">
            <a:extLst>
              <a:ext uri="{FF2B5EF4-FFF2-40B4-BE49-F238E27FC236}">
                <a16:creationId xmlns:a16="http://schemas.microsoft.com/office/drawing/2014/main" id="{43DEF84D-6DC3-6A34-3113-49913C825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Why more parallelism?</a:t>
            </a:r>
            <a:endParaRPr lang="ko-KR" altLang="en-US" sz="4000" b="1" u="sng"/>
          </a:p>
        </p:txBody>
      </p:sp>
      <p:sp>
        <p:nvSpPr>
          <p:cNvPr id="32770" name="내용 개체 틀 2">
            <a:extLst>
              <a:ext uri="{FF2B5EF4-FFF2-40B4-BE49-F238E27FC236}">
                <a16:creationId xmlns:a16="http://schemas.microsoft.com/office/drawing/2014/main" id="{DE729560-AF2D-53D2-3368-8BB55C2F2C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Applications will continue to demand increased speed</a:t>
            </a:r>
          </a:p>
          <a:p>
            <a:r>
              <a:rPr lang="en-US" altLang="ko-KR" sz="2000"/>
              <a:t>A good implementation on GPU can achieve more than 100 times speedup over sequential execution</a:t>
            </a:r>
          </a:p>
          <a:p>
            <a:r>
              <a:rPr lang="en-US" altLang="ko-KR" sz="2000"/>
              <a:t>Supercomputing applications</a:t>
            </a:r>
          </a:p>
          <a:p>
            <a:pPr lvl="1"/>
            <a:r>
              <a:rPr lang="en-US" altLang="ko-KR" sz="1600"/>
              <a:t>Any applications that require data-parallel calculations such as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600"/>
              <a:t>    matrix calculations</a:t>
            </a:r>
          </a:p>
          <a:p>
            <a:pPr lvl="1"/>
            <a:endParaRPr lang="en-US" altLang="ko-KR" sz="1600"/>
          </a:p>
          <a:p>
            <a:pPr lvl="1"/>
            <a:endParaRPr lang="ko-KR" altLang="en-US" sz="1600"/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7E17806D-FC45-7F02-BC62-A9AB72393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616325"/>
            <a:ext cx="701992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제목 1">
            <a:extLst>
              <a:ext uri="{FF2B5EF4-FFF2-40B4-BE49-F238E27FC236}">
                <a16:creationId xmlns:a16="http://schemas.microsoft.com/office/drawing/2014/main" id="{A6FEE1F8-F21D-A043-C03A-E8D2FB8BD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CUDA (Computer Unified Device Architecture)</a:t>
            </a:r>
            <a:endParaRPr lang="ko-KR" altLang="en-US" sz="2800" b="1" u="sng"/>
          </a:p>
        </p:txBody>
      </p:sp>
      <p:sp>
        <p:nvSpPr>
          <p:cNvPr id="33794" name="내용 개체 틀 2">
            <a:extLst>
              <a:ext uri="{FF2B5EF4-FFF2-40B4-BE49-F238E27FC236}">
                <a16:creationId xmlns:a16="http://schemas.microsoft.com/office/drawing/2014/main" id="{CE3D3D40-859E-482E-E1CD-4B02AB94AC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r>
              <a:rPr lang="en-US" altLang="ko-KR" sz="2800"/>
              <a:t>Parallel Computing Framework Developed by NVIDIA (working only on NVIDIA cards)</a:t>
            </a:r>
          </a:p>
          <a:p>
            <a:r>
              <a:rPr lang="en-US" altLang="ko-KR" sz="2800"/>
              <a:t>Introduced in 2006</a:t>
            </a:r>
          </a:p>
          <a:p>
            <a:r>
              <a:rPr lang="en-US" altLang="ko-KR" sz="2800"/>
              <a:t>General Purpose Programming Model</a:t>
            </a:r>
          </a:p>
          <a:p>
            <a:pPr lvl="1"/>
            <a:r>
              <a:rPr lang="en-US" altLang="ko-KR" sz="2400"/>
              <a:t>GPGPU (General Purpose GPU)</a:t>
            </a:r>
          </a:p>
          <a:p>
            <a:pPr lvl="1"/>
            <a:r>
              <a:rPr lang="en-US" altLang="ko-KR" sz="2400"/>
              <a:t>Offers a computing API</a:t>
            </a:r>
          </a:p>
          <a:p>
            <a:pPr lvl="1"/>
            <a:r>
              <a:rPr lang="en-US" altLang="ko-KR" sz="2400"/>
              <a:t>Explicit GPU memory management</a:t>
            </a:r>
          </a:p>
          <a:p>
            <a:r>
              <a:rPr lang="en-US" altLang="ko-KR" sz="2800"/>
              <a:t>Goal</a:t>
            </a:r>
          </a:p>
          <a:p>
            <a:pPr lvl="1"/>
            <a:r>
              <a:rPr lang="en-US" altLang="ko-KR" sz="2000"/>
              <a:t>Develop application SW that transparently scales its parallelism to leverage the increasing number of processor cores</a:t>
            </a:r>
            <a:endParaRPr lang="ko-KR" altLang="en-US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제목 1">
            <a:extLst>
              <a:ext uri="{FF2B5EF4-FFF2-40B4-BE49-F238E27FC236}">
                <a16:creationId xmlns:a16="http://schemas.microsoft.com/office/drawing/2014/main" id="{EE128E79-7FEA-DB8D-8474-CD88ED17D7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CUDA enabled GPUs</a:t>
            </a:r>
            <a:endParaRPr lang="ko-KR" altLang="en-US" sz="4000" b="1" u="sng"/>
          </a:p>
        </p:txBody>
      </p:sp>
      <p:pic>
        <p:nvPicPr>
          <p:cNvPr id="34818" name="Picture 2">
            <a:extLst>
              <a:ext uri="{FF2B5EF4-FFF2-40B4-BE49-F238E27FC236}">
                <a16:creationId xmlns:a16="http://schemas.microsoft.com/office/drawing/2014/main" id="{3DE91A10-7A89-7818-CFBF-88DF2335F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2420938"/>
            <a:ext cx="9117013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TextBox 4">
            <a:extLst>
              <a:ext uri="{FF2B5EF4-FFF2-40B4-BE49-F238E27FC236}">
                <a16:creationId xmlns:a16="http://schemas.microsoft.com/office/drawing/2014/main" id="{D67EB39B-E97F-CAAF-BCBD-2E37DA89C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732463"/>
            <a:ext cx="8237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n"/>
              <a:defRPr kumimoji="1" sz="3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1pPr>
            <a:lvl2pPr marL="742950" indent="-285750" fontAlgn="t" latinLnBrk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n"/>
              <a:defRPr kumimoji="1" sz="26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2pPr>
            <a:lvl3pPr marL="1143000" indent="-228600" fontAlgn="t" latinLnBrk="1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n"/>
              <a:defRPr kumimoji="1" sz="23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3pPr>
            <a:lvl4pPr marL="16002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4pPr>
            <a:lvl5pPr marL="2057400" indent="-228600" fontAlgn="t" latinLnBrk="1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5pPr>
            <a:lvl6pPr marL="25146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6pPr>
            <a:lvl7pPr marL="29718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7pPr>
            <a:lvl8pPr marL="34290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8pPr>
            <a:lvl9pPr marL="3886200" indent="-228600" eaLnBrk="0" fontAlgn="t" latinLnBrk="1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  <a:cs typeface="Arial" panose="020B060402020202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400" b="1"/>
          </a:p>
          <a:p>
            <a:pPr eaLnBrk="1" fontAlgn="base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ko-KR" sz="1400" b="1"/>
              <a:t> warp : group of threads where multiprocessor executes the same instruction at each clock cycle</a:t>
            </a:r>
            <a:endParaRPr lang="ko-KR" altLang="en-US" sz="14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제목 1">
            <a:extLst>
              <a:ext uri="{FF2B5EF4-FFF2-40B4-BE49-F238E27FC236}">
                <a16:creationId xmlns:a16="http://schemas.microsoft.com/office/drawing/2014/main" id="{437726F1-E60A-8608-0A5C-A0FA1283F4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Compute Capability</a:t>
            </a:r>
            <a:endParaRPr lang="ko-KR" altLang="en-US" b="1" u="sng"/>
          </a:p>
        </p:txBody>
      </p:sp>
      <p:sp>
        <p:nvSpPr>
          <p:cNvPr id="35842" name="내용 개체 틀 2">
            <a:extLst>
              <a:ext uri="{FF2B5EF4-FFF2-40B4-BE49-F238E27FC236}">
                <a16:creationId xmlns:a16="http://schemas.microsoft.com/office/drawing/2014/main" id="{AC1C5DA1-B50D-7360-94BE-BB607DE7C5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general specifications and features of compute device</a:t>
            </a:r>
          </a:p>
          <a:p>
            <a:r>
              <a:rPr lang="en-US" altLang="ko-KR" sz="2800"/>
              <a:t>Defined by major revision number and minor revision number</a:t>
            </a:r>
          </a:p>
          <a:p>
            <a:pPr lvl="1"/>
            <a:r>
              <a:rPr lang="en-US" altLang="ko-KR" sz="2400"/>
              <a:t>Ex) 1.3 , 2.1 , 3.5 , 5.0</a:t>
            </a:r>
          </a:p>
          <a:p>
            <a:pPr lvl="1"/>
            <a:endParaRPr lang="en-US" altLang="ko-KR" sz="2400"/>
          </a:p>
          <a:p>
            <a:pPr lvl="1"/>
            <a:r>
              <a:rPr lang="en-US" altLang="ko-KR" sz="2400"/>
              <a:t>5 : maxwell architecture</a:t>
            </a:r>
          </a:p>
          <a:p>
            <a:pPr lvl="1"/>
            <a:r>
              <a:rPr lang="en-US" altLang="ko-KR" sz="2400"/>
              <a:t>3 : Kepler architecture</a:t>
            </a:r>
          </a:p>
          <a:p>
            <a:pPr lvl="1"/>
            <a:r>
              <a:rPr lang="en-US" altLang="ko-KR" sz="2400"/>
              <a:t>2 : Fermi architecture</a:t>
            </a:r>
          </a:p>
          <a:p>
            <a:pPr lvl="1"/>
            <a:r>
              <a:rPr lang="en-US" altLang="ko-KR" sz="2400"/>
              <a:t>1 : Tesla architecture</a:t>
            </a:r>
            <a:endParaRPr lang="ko-KR" alt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제목 1">
            <a:extLst>
              <a:ext uri="{FF2B5EF4-FFF2-40B4-BE49-F238E27FC236}">
                <a16:creationId xmlns:a16="http://schemas.microsoft.com/office/drawing/2014/main" id="{F943FAA9-CBB6-06B2-05C8-43721FEED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CUDA – Main Features</a:t>
            </a:r>
            <a:endParaRPr lang="ko-KR" altLang="en-US" sz="4000" b="1" u="sng"/>
          </a:p>
        </p:txBody>
      </p:sp>
      <p:sp>
        <p:nvSpPr>
          <p:cNvPr id="36866" name="내용 개체 틀 2">
            <a:extLst>
              <a:ext uri="{FF2B5EF4-FFF2-40B4-BE49-F238E27FC236}">
                <a16:creationId xmlns:a16="http://schemas.microsoft.com/office/drawing/2014/main" id="{7A7277D0-D346-64E6-689B-4045014D00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C/C++ with extensions</a:t>
            </a:r>
          </a:p>
          <a:p>
            <a:r>
              <a:rPr lang="en-US" altLang="ko-KR" sz="2400"/>
              <a:t>Heterogeneous </a:t>
            </a:r>
          </a:p>
          <a:p>
            <a:pPr>
              <a:buFont typeface="Wingdings" pitchFamily="2" charset="2"/>
              <a:buNone/>
            </a:pPr>
            <a:r>
              <a:rPr lang="en-US" altLang="ko-KR" sz="2400"/>
              <a:t>      programming model</a:t>
            </a:r>
          </a:p>
          <a:p>
            <a:r>
              <a:rPr lang="en-US" altLang="ko-KR" sz="2400"/>
              <a:t>Operates in CPU(host) </a:t>
            </a:r>
          </a:p>
          <a:p>
            <a:pPr>
              <a:buFont typeface="Wingdings" pitchFamily="2" charset="2"/>
              <a:buNone/>
            </a:pPr>
            <a:r>
              <a:rPr lang="en-US" altLang="ko-KR" sz="2400"/>
              <a:t>       and GPU (device)</a:t>
            </a:r>
            <a:endParaRPr lang="ko-KR" altLang="en-US" sz="2400"/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D930BDC4-9AB8-A2B6-E385-5B22171A4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1412875"/>
            <a:ext cx="4716462" cy="487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8" name="Picture 3">
            <a:extLst>
              <a:ext uri="{FF2B5EF4-FFF2-40B4-BE49-F238E27FC236}">
                <a16:creationId xmlns:a16="http://schemas.microsoft.com/office/drawing/2014/main" id="{4B3FBB82-0D93-2FCF-0793-C7C4CBCDE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4508500"/>
            <a:ext cx="273685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제목 1">
            <a:extLst>
              <a:ext uri="{FF2B5EF4-FFF2-40B4-BE49-F238E27FC236}">
                <a16:creationId xmlns:a16="http://schemas.microsoft.com/office/drawing/2014/main" id="{C89E975A-2317-E23E-0D73-C55A75DCFB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CUDA Device and Threads</a:t>
            </a:r>
            <a:endParaRPr lang="ko-KR" altLang="en-US" sz="4000" b="1" u="sng"/>
          </a:p>
        </p:txBody>
      </p:sp>
      <p:sp>
        <p:nvSpPr>
          <p:cNvPr id="37890" name="내용 개체 틀 2">
            <a:extLst>
              <a:ext uri="{FF2B5EF4-FFF2-40B4-BE49-F238E27FC236}">
                <a16:creationId xmlns:a16="http://schemas.microsoft.com/office/drawing/2014/main" id="{00ECCEB0-971F-E363-3C6A-7841501801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Device</a:t>
            </a:r>
          </a:p>
          <a:p>
            <a:pPr lvl="1"/>
            <a:r>
              <a:rPr lang="en-US" altLang="ko-KR" sz="1800"/>
              <a:t>Is a coprocessor to the CPU or host </a:t>
            </a:r>
          </a:p>
          <a:p>
            <a:pPr lvl="1"/>
            <a:r>
              <a:rPr lang="en-US" altLang="ko-KR" sz="1800"/>
              <a:t>Has access to DRAM (device memory) </a:t>
            </a:r>
          </a:p>
          <a:p>
            <a:pPr lvl="1"/>
            <a:r>
              <a:rPr lang="en-US" altLang="ko-KR" sz="1800"/>
              <a:t>Runs many threadsin parallel</a:t>
            </a:r>
          </a:p>
          <a:p>
            <a:pPr lvl="1"/>
            <a:r>
              <a:rPr lang="en-US" altLang="ko-KR" sz="1800"/>
              <a:t>Is typically a GPUbut can also be another type of parallel processing device </a:t>
            </a:r>
          </a:p>
          <a:p>
            <a:r>
              <a:rPr lang="en-US" altLang="ko-KR" sz="2000"/>
              <a:t>Data-parallel portions of an application are expressed as device kernels which run on many threads</a:t>
            </a:r>
          </a:p>
          <a:p>
            <a:r>
              <a:rPr lang="en-US" altLang="ko-KR" sz="2000"/>
              <a:t>Differences between GPU and CPU threads </a:t>
            </a:r>
          </a:p>
          <a:p>
            <a:pPr lvl="1"/>
            <a:r>
              <a:rPr lang="en-US" altLang="ko-KR" sz="1800"/>
              <a:t>GPU threads are extremely lightweight (little overhead for creation)</a:t>
            </a:r>
          </a:p>
          <a:p>
            <a:pPr lvl="1"/>
            <a:r>
              <a:rPr lang="en-US" altLang="ko-KR" sz="1800"/>
              <a:t>GPU needs 1000s of threads for full efficiency</a:t>
            </a:r>
          </a:p>
          <a:p>
            <a:pPr lvl="2"/>
            <a:r>
              <a:rPr lang="en-US" altLang="ko-KR" sz="1500"/>
              <a:t>(multicore CPU needs only a few)</a:t>
            </a:r>
            <a:endParaRPr lang="ko-KR" altLang="en-US"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제목 1">
            <a:extLst>
              <a:ext uri="{FF2B5EF4-FFF2-40B4-BE49-F238E27FC236}">
                <a16:creationId xmlns:a16="http://schemas.microsoft.com/office/drawing/2014/main" id="{04ACAAF7-1097-06E0-48B5-D0D38D32A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Processing Flow</a:t>
            </a:r>
            <a:endParaRPr lang="ko-KR" altLang="en-US" sz="4000" b="1" u="sng"/>
          </a:p>
        </p:txBody>
      </p:sp>
      <p:sp>
        <p:nvSpPr>
          <p:cNvPr id="38914" name="내용 개체 틀 2">
            <a:extLst>
              <a:ext uri="{FF2B5EF4-FFF2-40B4-BE49-F238E27FC236}">
                <a16:creationId xmlns:a16="http://schemas.microsoft.com/office/drawing/2014/main" id="{4BEF792C-7474-E33B-0315-03E5170095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8915" name="Picture 2">
            <a:extLst>
              <a:ext uri="{FF2B5EF4-FFF2-40B4-BE49-F238E27FC236}">
                <a16:creationId xmlns:a16="http://schemas.microsoft.com/office/drawing/2014/main" id="{79E4598D-D977-F092-94F0-06F30D467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700213"/>
            <a:ext cx="476885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제목 1">
            <a:extLst>
              <a:ext uri="{FF2B5EF4-FFF2-40B4-BE49-F238E27FC236}">
                <a16:creationId xmlns:a16="http://schemas.microsoft.com/office/drawing/2014/main" id="{2569C1BE-F97E-A9A3-164A-01878AAC00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Example 1: Hello world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736A73-D754-534B-9C44-58813F277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7715250" cy="3413125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8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hello_world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(“Hello World\n”);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altLang="ko-KR" sz="18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hello_world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();</a:t>
            </a:r>
            <a:endParaRPr lang="en-US" altLang="ko-KR" sz="18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제목 1">
            <a:extLst>
              <a:ext uri="{FF2B5EF4-FFF2-40B4-BE49-F238E27FC236}">
                <a16:creationId xmlns:a16="http://schemas.microsoft.com/office/drawing/2014/main" id="{15087AEA-7636-8032-6F74-2703992DE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Example 1: CUDA Hello world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542CAE-83AE-6144-90D1-BF61E4BD7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413125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hello_world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(“Hello World\n”);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hello_world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&lt;&lt;&lt;1,5&gt;&gt;&gt;();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cudaDeviceSynchronize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제목 1">
            <a:extLst>
              <a:ext uri="{FF2B5EF4-FFF2-40B4-BE49-F238E27FC236}">
                <a16:creationId xmlns:a16="http://schemas.microsoft.com/office/drawing/2014/main" id="{D826B979-248A-7461-C6CD-B81386A73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Compile and Run</a:t>
            </a:r>
            <a:endParaRPr lang="ko-KR" altLang="en-US" sz="4000" b="1" u="sng"/>
          </a:p>
        </p:txBody>
      </p:sp>
      <p:sp>
        <p:nvSpPr>
          <p:cNvPr id="41986" name="내용 개체 틀 2">
            <a:extLst>
              <a:ext uri="{FF2B5EF4-FFF2-40B4-BE49-F238E27FC236}">
                <a16:creationId xmlns:a16="http://schemas.microsoft.com/office/drawing/2014/main" id="{E1F0D1D7-5F17-6964-5C75-D96AFE0190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output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000"/>
              <a:t>Hello World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000"/>
              <a:t>Hello World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000"/>
              <a:t>Hello World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000"/>
              <a:t>Hello World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000"/>
              <a:t>Hello World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제목 1">
            <a:extLst>
              <a:ext uri="{FF2B5EF4-FFF2-40B4-BE49-F238E27FC236}">
                <a16:creationId xmlns:a16="http://schemas.microsoft.com/office/drawing/2014/main" id="{E064D13B-CE8C-C28F-6958-62398CC0FE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 Language Extensions</a:t>
            </a:r>
            <a:endParaRPr lang="ko-KR" altLang="en-US" sz="4000" b="1" u="sng"/>
          </a:p>
        </p:txBody>
      </p:sp>
      <p:sp>
        <p:nvSpPr>
          <p:cNvPr id="43010" name="내용 개체 틀 2">
            <a:extLst>
              <a:ext uri="{FF2B5EF4-FFF2-40B4-BE49-F238E27FC236}">
                <a16:creationId xmlns:a16="http://schemas.microsoft.com/office/drawing/2014/main" id="{9FC65ABF-F1A8-729F-ACC3-C3A178BA54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Function Type Qualifiers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__global__</a:t>
            </a:r>
          </a:p>
          <a:p>
            <a:pPr marL="857250" lvl="2" indent="0">
              <a:buFont typeface="Wingdings" pitchFamily="2" charset="2"/>
              <a:buNone/>
            </a:pPr>
            <a:r>
              <a:rPr lang="en-US" altLang="ko-KR"/>
              <a:t>executed on the device (GPU)</a:t>
            </a:r>
          </a:p>
          <a:p>
            <a:pPr marL="857250" lvl="2" indent="0">
              <a:buFont typeface="Wingdings" pitchFamily="2" charset="2"/>
              <a:buNone/>
            </a:pPr>
            <a:r>
              <a:rPr lang="en-US" altLang="ko-KR"/>
              <a:t>callable from the host (CPU) only</a:t>
            </a:r>
          </a:p>
          <a:p>
            <a:pPr marL="857250" lvl="2" indent="0">
              <a:buFont typeface="Wingdings" pitchFamily="2" charset="2"/>
              <a:buNone/>
            </a:pPr>
            <a:r>
              <a:rPr lang="en-US" altLang="ko-KR"/>
              <a:t>functions should have void return type</a:t>
            </a:r>
          </a:p>
          <a:p>
            <a:pPr marL="857250" lvl="2" indent="0">
              <a:buFont typeface="Wingdings" pitchFamily="2" charset="2"/>
              <a:buNone/>
            </a:pPr>
            <a:r>
              <a:rPr lang="en-US" altLang="ko-KR"/>
              <a:t>any call to a __global__ function must specify the </a:t>
            </a:r>
          </a:p>
          <a:p>
            <a:pPr marL="857250" lvl="2" indent="0">
              <a:buFont typeface="Wingdings" pitchFamily="2" charset="2"/>
              <a:buNone/>
            </a:pPr>
            <a:r>
              <a:rPr lang="en-US" altLang="ko-KR">
                <a:solidFill>
                  <a:srgbClr val="00B0F0"/>
                </a:solidFill>
              </a:rPr>
              <a:t>execution configuration </a:t>
            </a:r>
            <a:r>
              <a:rPr lang="en-US" altLang="ko-KR"/>
              <a:t>for that call</a:t>
            </a:r>
            <a:endParaRPr lang="ko-KR" altLang="en-US"/>
          </a:p>
          <a:p>
            <a:pPr marL="857250" lvl="2" indent="0">
              <a:buFont typeface="Wingdings" pitchFamily="2" charset="2"/>
              <a:buNone/>
            </a:pPr>
            <a:endParaRPr lang="en-US" alt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제목 1">
            <a:extLst>
              <a:ext uri="{FF2B5EF4-FFF2-40B4-BE49-F238E27FC236}">
                <a16:creationId xmlns:a16="http://schemas.microsoft.com/office/drawing/2014/main" id="{208A9DEE-9635-2CEF-6149-E2E95C86F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Grid, Block, Thread 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918B60-4759-6A42-AEBB-15398F9E4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597025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en-US" altLang="ko-KR" dirty="0"/>
              <a:t>Tesla S2050, </a:t>
            </a:r>
            <a:r>
              <a:rPr lang="en-US" altLang="ko-KR" dirty="0" err="1"/>
              <a:t>Geforce</a:t>
            </a:r>
            <a:r>
              <a:rPr lang="en-US" altLang="ko-KR" dirty="0"/>
              <a:t> 580</a:t>
            </a:r>
          </a:p>
          <a:p>
            <a:pPr lvl="1">
              <a:defRPr/>
            </a:pPr>
            <a:r>
              <a:rPr lang="en-US" altLang="ko-KR" dirty="0"/>
              <a:t>max. block size of each 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ko-KR" dirty="0"/>
              <a:t>   Dim per grid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dirty="0"/>
              <a:t>  65535x65535x1</a:t>
            </a:r>
          </a:p>
          <a:p>
            <a:pPr lvl="1">
              <a:defRPr/>
            </a:pPr>
            <a:r>
              <a:rPr lang="en-US" altLang="ko-KR" dirty="0"/>
              <a:t>max. thread size of 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ko-KR" dirty="0"/>
              <a:t>  each Dim per block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dirty="0"/>
              <a:t>  1024x1024x64</a:t>
            </a:r>
          </a:p>
          <a:p>
            <a:pPr marL="457200" lvl="1" indent="0">
              <a:defRPr/>
            </a:pPr>
            <a:r>
              <a:rPr lang="en-US" altLang="ko-KR" dirty="0"/>
              <a:t> max. # of threads per block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dirty="0"/>
              <a:t>  1024</a:t>
            </a:r>
          </a:p>
          <a:p>
            <a:pPr marL="457200" lvl="1" indent="0">
              <a:buFont typeface="Wingdings" pitchFamily="2" charset="2"/>
              <a:buNone/>
              <a:defRPr/>
            </a:pPr>
            <a:endParaRPr lang="en-US" altLang="ko-KR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dirty="0"/>
              <a:t>      </a:t>
            </a:r>
            <a:endParaRPr lang="ko-KR" altLang="en-US" dirty="0"/>
          </a:p>
        </p:txBody>
      </p:sp>
      <p:pic>
        <p:nvPicPr>
          <p:cNvPr id="44035" name="Picture 3">
            <a:extLst>
              <a:ext uri="{FF2B5EF4-FFF2-40B4-BE49-F238E27FC236}">
                <a16:creationId xmlns:a16="http://schemas.microsoft.com/office/drawing/2014/main" id="{DE792E06-C073-5562-D239-52F91831E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713" y="1608138"/>
            <a:ext cx="3482975" cy="448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제목 1">
            <a:extLst>
              <a:ext uri="{FF2B5EF4-FFF2-40B4-BE49-F238E27FC236}">
                <a16:creationId xmlns:a16="http://schemas.microsoft.com/office/drawing/2014/main" id="{52F12F69-48E6-CA26-1D31-50AECA505B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 Language Extensions</a:t>
            </a:r>
            <a:endParaRPr lang="ko-KR" altLang="en-US" sz="4000" b="1" u="sng"/>
          </a:p>
        </p:txBody>
      </p:sp>
      <p:sp>
        <p:nvSpPr>
          <p:cNvPr id="45058" name="내용 개체 틀 2">
            <a:extLst>
              <a:ext uri="{FF2B5EF4-FFF2-40B4-BE49-F238E27FC236}">
                <a16:creationId xmlns:a16="http://schemas.microsoft.com/office/drawing/2014/main" id="{2214210E-0964-BFAF-47E8-4B752870D6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Execution configuration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&lt;&lt;&lt;blocksPerGrid,threadsPerBlock&gt;&gt;&gt;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&lt;&lt;&lt;1,1&gt;&gt;&gt;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&lt;&lt;&lt;65535,1024&gt;</a:t>
            </a:r>
          </a:p>
          <a:p>
            <a:pPr marL="457200" lvl="1" indent="0">
              <a:buFont typeface="Wingdings" pitchFamily="2" charset="2"/>
              <a:buNone/>
            </a:pPr>
            <a:endParaRPr lang="en-US" altLang="ko-KR"/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dim3 blocksPerGrid(65535,65535,1)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dim3 threadsPerBlock(1024,1,1)</a:t>
            </a:r>
          </a:p>
          <a:p>
            <a:pPr marL="457200" lvl="1" indent="0">
              <a:buFont typeface="Wingdings" pitchFamily="2" charset="2"/>
              <a:buNone/>
            </a:pP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&lt;&lt;&lt;blocksPerGrid,threadsPerBlock&gt;&gt;&gt;</a:t>
            </a:r>
          </a:p>
          <a:p>
            <a:pPr marL="457200" lvl="1" indent="0">
              <a:buFont typeface="Wingdings" pitchFamily="2" charset="2"/>
              <a:buNone/>
            </a:pPr>
            <a:endParaRPr lang="ko-K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제목 1">
            <a:extLst>
              <a:ext uri="{FF2B5EF4-FFF2-40B4-BE49-F238E27FC236}">
                <a16:creationId xmlns:a16="http://schemas.microsoft.com/office/drawing/2014/main" id="{0B333019-7161-96EB-86DD-C8D164115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 Language Extensions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98F15F-1915-5843-8AE7-4EB6D6B9D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ko-KR" dirty="0"/>
              <a:t>Built-in Variables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blockIdx.y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blockIdx.z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2000" dirty="0"/>
              <a:t>	three unsigned integers, uint3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threadIdx.y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2000" b="1" dirty="0" err="1">
                <a:latin typeface="Courier New" pitchFamily="49" charset="0"/>
                <a:cs typeface="Courier New" pitchFamily="49" charset="0"/>
              </a:rPr>
              <a:t>threadIdx.z</a:t>
            </a: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dirty="0"/>
              <a:t>	 </a:t>
            </a:r>
            <a:r>
              <a:rPr lang="en-US" altLang="ko-KR" sz="2000" dirty="0"/>
              <a:t>three unsigned integers, uint3</a:t>
            </a:r>
          </a:p>
          <a:p>
            <a:pPr marL="457200" lvl="1" indent="0">
              <a:buNone/>
              <a:defRPr/>
            </a:pPr>
            <a:r>
              <a:rPr lang="en-US" altLang="ko-KR" sz="21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1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altLang="ko-KR" sz="2100" dirty="0">
                <a:latin typeface="Courier New" pitchFamily="49" charset="0"/>
                <a:cs typeface="Courier New" pitchFamily="49" charset="0"/>
              </a:rPr>
              <a:t>the number of threads in a block</a:t>
            </a:r>
          </a:p>
          <a:p>
            <a:pPr marL="457200" lvl="1" indent="0">
              <a:buNone/>
              <a:defRPr/>
            </a:pPr>
            <a:r>
              <a:rPr lang="en-US" altLang="ko-KR" sz="21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100" b="1" dirty="0">
                <a:latin typeface="Courier New" pitchFamily="49" charset="0"/>
                <a:cs typeface="Courier New" pitchFamily="49" charset="0"/>
              </a:rPr>
              <a:t>: </a:t>
            </a:r>
            <a:r>
              <a:rPr lang="en-US" altLang="ko-KR" sz="2100" dirty="0">
                <a:latin typeface="Courier New" pitchFamily="49" charset="0"/>
                <a:cs typeface="Courier New" pitchFamily="49" charset="0"/>
              </a:rPr>
              <a:t>the number of blocks in a grid</a:t>
            </a:r>
            <a:endParaRPr lang="en-US" altLang="ko-KR" dirty="0"/>
          </a:p>
          <a:p>
            <a:pPr marL="457200" lvl="1" indent="0">
              <a:buFont typeface="Wingdings" pitchFamily="2" charset="2"/>
              <a:buNone/>
              <a:defRPr/>
            </a:pPr>
            <a:endParaRPr lang="en-US" altLang="ko-KR" dirty="0"/>
          </a:p>
          <a:p>
            <a:pPr>
              <a:defRPr/>
            </a:pPr>
            <a:r>
              <a:rPr lang="en-US" altLang="ko-KR" dirty="0"/>
              <a:t>Built-in Vector types</a:t>
            </a:r>
          </a:p>
          <a:p>
            <a:pPr marL="400050" lvl="1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dim3</a:t>
            </a:r>
            <a:r>
              <a:rPr lang="en-US" altLang="ko-KR" dirty="0"/>
              <a:t>: </a:t>
            </a:r>
          </a:p>
          <a:p>
            <a:pPr marL="857250" lvl="2" indent="0">
              <a:buFont typeface="Wingdings" pitchFamily="2" charset="2"/>
              <a:buNone/>
              <a:defRPr/>
            </a:pPr>
            <a:r>
              <a:rPr lang="en-US" altLang="ko-KR" sz="2000" dirty="0"/>
              <a:t>Integer vector type based on unit3</a:t>
            </a:r>
          </a:p>
          <a:p>
            <a:pPr marL="857250" lvl="2" indent="0">
              <a:buFont typeface="Wingdings" pitchFamily="2" charset="2"/>
              <a:buNone/>
              <a:defRPr/>
            </a:pPr>
            <a:r>
              <a:rPr lang="en-US" altLang="ko-KR" sz="2000" dirty="0"/>
              <a:t>used to specify dimensions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EB5BF-9A21-0DE1-516C-00F87C68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 dirty="0"/>
              <a:t>Technical Specs per Compute Capability </a:t>
            </a:r>
            <a:endParaRPr kumimoji="1" lang="ko-KR" altLang="en-US" sz="2800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27B8BE-AF1B-C120-0006-E1270657C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AEAC6B0-87EC-E6D2-F530-C23A652CF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41" y="1218118"/>
            <a:ext cx="7222999" cy="50191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D2FBD7-A687-8329-56F6-8F043F3EA669}"/>
              </a:ext>
            </a:extLst>
          </p:cNvPr>
          <p:cNvSpPr txBox="1"/>
          <p:nvPr/>
        </p:nvSpPr>
        <p:spPr>
          <a:xfrm>
            <a:off x="3563888" y="6402814"/>
            <a:ext cx="5678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[The table image is from Prof. </a:t>
            </a:r>
            <a:r>
              <a:rPr lang="en-US" altLang="ko-KR" sz="1600" dirty="0" err="1"/>
              <a:t>Duksu</a:t>
            </a:r>
            <a:r>
              <a:rPr lang="en-US" altLang="ko-KR" sz="1600" dirty="0"/>
              <a:t> Kim’s lecture note]</a:t>
            </a:r>
            <a:endParaRPr kumimoji="1"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159888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79987B-40E1-7849-A6E4-C99E88D77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341438"/>
            <a:ext cx="8496300" cy="4967287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exec_conf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ix =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)\n",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gridDim.x,gridDim.y,gridDim.z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blockDim.x,blockDim.y,blockDim.z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%d\n",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blockIdx.x,blockIdx.y,blockIdx.z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threadIdx.x,threadIdx.y,threadIdx.z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 ix);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exec_conf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&lt;&lt;&lt;2,3&gt;&gt;&gt;();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cudaDeviceSynchronize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제목 1">
            <a:extLst>
              <a:ext uri="{FF2B5EF4-FFF2-40B4-BE49-F238E27FC236}">
                <a16:creationId xmlns:a16="http://schemas.microsoft.com/office/drawing/2014/main" id="{6B2981F0-94F5-D979-D94C-4CF37C839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Compile and Run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B4D4A6-4B70-8843-B0C1-5EBB89DA3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 altLang="ko-KR" dirty="0"/>
              <a:t>Output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(2,1,1),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(3,1,1)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(0,0,0),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(0,0,0),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0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(0,0,0),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(1,0,0),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1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(0,0,0),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2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(1,0,0),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(0,0,0),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3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(1,0,0),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(1,0,0),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4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(1,0,0),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(2,0,0), </a:t>
            </a:r>
            <a:r>
              <a:rPr lang="en-US" altLang="ko-KR" sz="29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2900" b="1" dirty="0">
                <a:latin typeface="Courier New" pitchFamily="49" charset="0"/>
                <a:cs typeface="Courier New" pitchFamily="49" charset="0"/>
              </a:rPr>
              <a:t> = 5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EB85C-43AF-A643-9C10-B8305115A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260350"/>
            <a:ext cx="8686800" cy="6264275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__global__ void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exec_conf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(void) {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ix =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iy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threadIdx.y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blockIdx.y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blockDim.y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gridDim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)\n",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gridDim.x,gridDim.y,gridDim.z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blockDim.x,blockDim.y,blockDim.z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arrayIdx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=(%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d,%d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)\n",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blockIdx.x,blockIdx.y,blockIdx.z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threadIdx.x,threadIdx.y,threadIdx.z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ix,iy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dim3 blocks(2,2,1);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dim3 threads(2,2,2);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exec_conf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&lt;&lt;&lt;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blocks,threads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&gt;&gt;&gt;();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cudaDeviceSynchronize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제목 1">
            <a:extLst>
              <a:ext uri="{FF2B5EF4-FFF2-40B4-BE49-F238E27FC236}">
                <a16:creationId xmlns:a16="http://schemas.microsoft.com/office/drawing/2014/main" id="{A5E9550E-F116-3506-BF04-6751819032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Example 3: Vector sum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F49385-D076-FF47-B186-A30958E54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84538"/>
            <a:ext cx="8229600" cy="3600450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a[N], b[N], c[N];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    a[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] = -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    b[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add (a, b, c);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&lt;N;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("%d + %d = %d\n", a[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],b[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],c[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]);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1A88B18-5D12-9E44-B848-344C837B9C3B}"/>
              </a:ext>
            </a:extLst>
          </p:cNvPr>
          <p:cNvSpPr txBox="1">
            <a:spLocks/>
          </p:cNvSpPr>
          <p:nvPr/>
        </p:nvSpPr>
        <p:spPr bwMode="auto">
          <a:xfrm>
            <a:off x="457200" y="1268413"/>
            <a:ext cx="8147050" cy="19446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#include &lt;stdio.h&gt;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const int N=128;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void add(int *a, int *b, int *c) {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    for (int i=0; i&lt;N; i++) {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        c[i] = a[i] + b[i];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    }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altLang="ko-KR" sz="1200" b="1" kern="0">
                <a:latin typeface="Courier New" pitchFamily="49" charset="0"/>
                <a:ea typeface="+mn-ea"/>
                <a:cs typeface="Courier New" pitchFamily="49" charset="0"/>
              </a:rPr>
              <a:t>}</a:t>
            </a: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>
              <a:latin typeface="Courier New" pitchFamily="49" charset="0"/>
              <a:ea typeface="+mn-ea"/>
              <a:cs typeface="Courier New" pitchFamily="49" charset="0"/>
            </a:endParaRPr>
          </a:p>
          <a:p>
            <a:pPr fontAlgn="t" latinLnBrk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endParaRPr lang="en-US" altLang="ko-KR" sz="1200" b="1" kern="0" dirty="0"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제목 1">
            <a:extLst>
              <a:ext uri="{FF2B5EF4-FFF2-40B4-BE49-F238E27FC236}">
                <a16:creationId xmlns:a16="http://schemas.microsoft.com/office/drawing/2014/main" id="{DB2B58D9-C529-93FF-9129-01629607C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Example 3: Vector sum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02DE6A-CD7B-0E47-93C3-9B56A9DE6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549525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N=10;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4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__global__ void add(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*a,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*b,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*c)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threadIdx.x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      c[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] = a[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] + b[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51F95D-5708-D143-A926-B155C752F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913"/>
            <a:ext cx="8229600" cy="6597650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main (void)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a[N], b[N], c[N];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*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 (void**)&amp;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 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 (void**)&amp;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 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cudaMalloc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 (void**)&amp;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 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i=0; i&lt;N; i++)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    a[i] = -i; b[i] = i * i;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(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a,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(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b,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cudaMemcpyHostToDevice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add&lt;&lt;&lt;1,N&gt;&gt;&gt;(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//  add&lt;&lt;&lt;N,1&gt;&gt;&gt;(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//  add&lt;&lt;&lt;128,128&gt;&gt;&gt;(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(c,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, N *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),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cudaMemcpyDeviceToHost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nn-NO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nn-NO" altLang="ko-KR" sz="1200" b="1" dirty="0">
                <a:latin typeface="Courier New" pitchFamily="49" charset="0"/>
                <a:cs typeface="Courier New" pitchFamily="49" charset="0"/>
              </a:rPr>
              <a:t>    for (int i=0; i&lt;N; i++) {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nn-NO" altLang="ko-KR" sz="1200" b="1" dirty="0">
                <a:latin typeface="Courier New" pitchFamily="49" charset="0"/>
                <a:cs typeface="Courier New" pitchFamily="49" charset="0"/>
              </a:rPr>
              <a:t>        printf("%d + %d = %d\n", a[i],b[i],c[i]);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nn-NO" altLang="ko-KR" sz="1200" b="1" dirty="0">
                <a:latin typeface="Courier New" pitchFamily="49" charset="0"/>
                <a:cs typeface="Courier New" pitchFamily="49" charset="0"/>
              </a:rPr>
              <a:t>    }</a:t>
            </a: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dev_a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dev_b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 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cudaFree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altLang="ko-KR" sz="1200" b="1" dirty="0" err="1">
                <a:latin typeface="Courier New" pitchFamily="49" charset="0"/>
                <a:cs typeface="Courier New" pitchFamily="49" charset="0"/>
              </a:rPr>
              <a:t>dev_c</a:t>
            </a: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altLang="ko-KR" sz="1200" b="1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1200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제목 1">
            <a:extLst>
              <a:ext uri="{FF2B5EF4-FFF2-40B4-BE49-F238E27FC236}">
                <a16:creationId xmlns:a16="http://schemas.microsoft.com/office/drawing/2014/main" id="{975D1874-9D18-FD0D-5B12-AC33F91EC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Compile and Run</a:t>
            </a:r>
            <a:endParaRPr lang="ko-KR" altLang="en-US" sz="40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21DD6F-2B36-F247-83FF-00B8AA3DF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Output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0 + 0 = 0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-1 + 1 = 0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-2 + 4 = 2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-3 + 9 = 6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-4 + 16 = 12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-5 + 25 = 20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-6 + 36 = 30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-7 + 49 = 42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-8 + 64 = 56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-9 + 81 = 72</a:t>
            </a:r>
          </a:p>
          <a:p>
            <a:pPr>
              <a:defRPr/>
            </a:pPr>
            <a:endParaRPr lang="en-US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5217</TotalTime>
  <Words>2679</Words>
  <Application>Microsoft Macintosh PowerPoint</Application>
  <PresentationFormat>화면 슬라이드 쇼(4:3)</PresentationFormat>
  <Paragraphs>419</Paragraphs>
  <Slides>42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9" baseType="lpstr">
      <vt:lpstr>굴림</vt:lpstr>
      <vt:lpstr>맑은 고딕</vt:lpstr>
      <vt:lpstr>HY견고딕</vt:lpstr>
      <vt:lpstr>Arial</vt:lpstr>
      <vt:lpstr>Courier New</vt:lpstr>
      <vt:lpstr>Wingdings</vt:lpstr>
      <vt:lpstr>네모의 미</vt:lpstr>
      <vt:lpstr>Lecture 7-1 : Manycore GPU Programming with CUDA</vt:lpstr>
      <vt:lpstr>Moore’s Law</vt:lpstr>
      <vt:lpstr>The Need of Multicore Architecture</vt:lpstr>
      <vt:lpstr>Parallelism</vt:lpstr>
      <vt:lpstr>SIMT</vt:lpstr>
      <vt:lpstr>SIMT in GPUs</vt:lpstr>
      <vt:lpstr>Many-core GPUs</vt:lpstr>
      <vt:lpstr>Processor : Multicore vs Many-core</vt:lpstr>
      <vt:lpstr>Many-core GPU</vt:lpstr>
      <vt:lpstr>GPU</vt:lpstr>
      <vt:lpstr>GPU</vt:lpstr>
      <vt:lpstr>GPU</vt:lpstr>
      <vt:lpstr>Applications</vt:lpstr>
      <vt:lpstr>CPU vs GPU</vt:lpstr>
      <vt:lpstr>CPU vs GPU</vt:lpstr>
      <vt:lpstr>GPU Architecture</vt:lpstr>
      <vt:lpstr>GPU chip design</vt:lpstr>
      <vt:lpstr>CPU vs GPU</vt:lpstr>
      <vt:lpstr>Winning Applications Use Both  CPU and GPU</vt:lpstr>
      <vt:lpstr>Popularity of GPUs</vt:lpstr>
      <vt:lpstr>Why more parallelism?</vt:lpstr>
      <vt:lpstr>CUDA (Computer Unified Device Architecture)</vt:lpstr>
      <vt:lpstr>CUDA enabled GPUs</vt:lpstr>
      <vt:lpstr>Compute Capability</vt:lpstr>
      <vt:lpstr>CUDA – Main Features</vt:lpstr>
      <vt:lpstr>CUDA Device and Threads</vt:lpstr>
      <vt:lpstr>Processing Flow</vt:lpstr>
      <vt:lpstr>Example 1: Hello world</vt:lpstr>
      <vt:lpstr>Example 1: CUDA Hello world</vt:lpstr>
      <vt:lpstr>Compile and Run</vt:lpstr>
      <vt:lpstr>C Language Extensions</vt:lpstr>
      <vt:lpstr>Grid, Block, Thread </vt:lpstr>
      <vt:lpstr>C Language Extensions</vt:lpstr>
      <vt:lpstr>C Language Extensions</vt:lpstr>
      <vt:lpstr>Technical Specs per Compute Capability </vt:lpstr>
      <vt:lpstr>PowerPoint 프레젠테이션</vt:lpstr>
      <vt:lpstr>Compile and Run</vt:lpstr>
      <vt:lpstr>PowerPoint 프레젠테이션</vt:lpstr>
      <vt:lpstr>Example 3: Vector sum</vt:lpstr>
      <vt:lpstr>Example 3: Vector sum</vt:lpstr>
      <vt:lpstr>PowerPoint 프레젠테이션</vt:lpstr>
      <vt:lpstr>Compile and Run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399</cp:revision>
  <dcterms:created xsi:type="dcterms:W3CDTF">2008-03-06T00:32:01Z</dcterms:created>
  <dcterms:modified xsi:type="dcterms:W3CDTF">2025-05-26T03:04:07Z</dcterms:modified>
</cp:coreProperties>
</file>