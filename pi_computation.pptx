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14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A92F9-E705-4040-9EBF-690A0EB587E1}" type="datetimeFigureOut">
              <a:rPr lang="ko-KR" altLang="en-US" smtClean="0"/>
              <a:t>2013-05-21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0099-E531-47D2-B53E-26D53FC03C0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A92F9-E705-4040-9EBF-690A0EB587E1}" type="datetimeFigureOut">
              <a:rPr lang="ko-KR" altLang="en-US" smtClean="0"/>
              <a:t>2013-05-21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0099-E531-47D2-B53E-26D53FC03C0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A92F9-E705-4040-9EBF-690A0EB587E1}" type="datetimeFigureOut">
              <a:rPr lang="ko-KR" altLang="en-US" smtClean="0"/>
              <a:t>2013-05-21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0099-E531-47D2-B53E-26D53FC03C0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A92F9-E705-4040-9EBF-690A0EB587E1}" type="datetimeFigureOut">
              <a:rPr lang="ko-KR" altLang="en-US" smtClean="0"/>
              <a:t>2013-05-21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0099-E531-47D2-B53E-26D53FC03C0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A92F9-E705-4040-9EBF-690A0EB587E1}" type="datetimeFigureOut">
              <a:rPr lang="ko-KR" altLang="en-US" smtClean="0"/>
              <a:t>2013-05-21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0099-E531-47D2-B53E-26D53FC03C0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A92F9-E705-4040-9EBF-690A0EB587E1}" type="datetimeFigureOut">
              <a:rPr lang="ko-KR" altLang="en-US" smtClean="0"/>
              <a:t>2013-05-21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0099-E531-47D2-B53E-26D53FC03C0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A92F9-E705-4040-9EBF-690A0EB587E1}" type="datetimeFigureOut">
              <a:rPr lang="ko-KR" altLang="en-US" smtClean="0"/>
              <a:t>2013-05-21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0099-E531-47D2-B53E-26D53FC03C0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A92F9-E705-4040-9EBF-690A0EB587E1}" type="datetimeFigureOut">
              <a:rPr lang="ko-KR" altLang="en-US" smtClean="0"/>
              <a:t>2013-05-21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0099-E531-47D2-B53E-26D53FC03C0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A92F9-E705-4040-9EBF-690A0EB587E1}" type="datetimeFigureOut">
              <a:rPr lang="ko-KR" altLang="en-US" smtClean="0"/>
              <a:t>2013-05-21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0099-E531-47D2-B53E-26D53FC03C0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A92F9-E705-4040-9EBF-690A0EB587E1}" type="datetimeFigureOut">
              <a:rPr lang="ko-KR" altLang="en-US" smtClean="0"/>
              <a:t>2013-05-21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0099-E531-47D2-B53E-26D53FC03C0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A92F9-E705-4040-9EBF-690A0EB587E1}" type="datetimeFigureOut">
              <a:rPr lang="ko-KR" altLang="en-US" smtClean="0"/>
              <a:t>2013-05-21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0099-E531-47D2-B53E-26D53FC03C0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A92F9-E705-4040-9EBF-690A0EB587E1}" type="datetimeFigureOut">
              <a:rPr lang="ko-KR" altLang="en-US" smtClean="0"/>
              <a:t>2013-05-21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50099-E531-47D2-B53E-26D53FC03C0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 t="9224"/>
          <a:stretch>
            <a:fillRect/>
          </a:stretch>
        </p:blipFill>
        <p:spPr bwMode="auto">
          <a:xfrm>
            <a:off x="71024" y="567420"/>
            <a:ext cx="9001000" cy="6108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화면 슬라이드 쇼(4:3)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bongbong</dc:creator>
  <cp:lastModifiedBy>bongbong</cp:lastModifiedBy>
  <cp:revision>1</cp:revision>
  <dcterms:created xsi:type="dcterms:W3CDTF">2013-05-21T05:57:17Z</dcterms:created>
  <dcterms:modified xsi:type="dcterms:W3CDTF">2013-05-21T05:59:06Z</dcterms:modified>
</cp:coreProperties>
</file>